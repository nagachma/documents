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5"/>
  </p:sldMasterIdLst>
  <p:notesMasterIdLst>
    <p:notesMasterId r:id="rId7"/>
  </p:notesMasterIdLst>
  <p:handoutMasterIdLst>
    <p:handoutMasterId r:id="rId8"/>
  </p:handoutMasterIdLst>
  <p:sldIdLst>
    <p:sldId id="456" r:id="rId6"/>
  </p:sldIdLst>
  <p:sldSz cx="9144000" cy="6858000" type="screen4x3"/>
  <p:notesSz cx="7010400" cy="9296400"/>
  <p:custDataLst>
    <p:tags r:id="rId9"/>
  </p:custDataLst>
  <p:defaultTextStyle>
    <a:defPPr>
      <a:defRPr lang="en-US"/>
    </a:defPPr>
    <a:lvl1pPr algn="l" rtl="0" eaLnBrk="0" fontAlgn="base" hangingPunct="0">
      <a:spcBef>
        <a:spcPct val="20000"/>
      </a:spcBef>
      <a:spcAft>
        <a:spcPct val="0"/>
      </a:spcAft>
      <a:defRPr kern="1200">
        <a:solidFill>
          <a:schemeClr val="tx1"/>
        </a:solidFill>
        <a:latin typeface="Verdana" pitchFamily="34" charset="0"/>
        <a:ea typeface="+mn-ea"/>
        <a:cs typeface="+mn-cs"/>
      </a:defRPr>
    </a:lvl1pPr>
    <a:lvl2pPr marL="457200" algn="l" rtl="0" eaLnBrk="0" fontAlgn="base" hangingPunct="0">
      <a:spcBef>
        <a:spcPct val="20000"/>
      </a:spcBef>
      <a:spcAft>
        <a:spcPct val="0"/>
      </a:spcAft>
      <a:defRPr kern="1200">
        <a:solidFill>
          <a:schemeClr val="tx1"/>
        </a:solidFill>
        <a:latin typeface="Verdana" pitchFamily="34" charset="0"/>
        <a:ea typeface="+mn-ea"/>
        <a:cs typeface="+mn-cs"/>
      </a:defRPr>
    </a:lvl2pPr>
    <a:lvl3pPr marL="914400" algn="l" rtl="0" eaLnBrk="0" fontAlgn="base" hangingPunct="0">
      <a:spcBef>
        <a:spcPct val="20000"/>
      </a:spcBef>
      <a:spcAft>
        <a:spcPct val="0"/>
      </a:spcAft>
      <a:defRPr kern="1200">
        <a:solidFill>
          <a:schemeClr val="tx1"/>
        </a:solidFill>
        <a:latin typeface="Verdana" pitchFamily="34" charset="0"/>
        <a:ea typeface="+mn-ea"/>
        <a:cs typeface="+mn-cs"/>
      </a:defRPr>
    </a:lvl3pPr>
    <a:lvl4pPr marL="1371600" algn="l" rtl="0" eaLnBrk="0" fontAlgn="base" hangingPunct="0">
      <a:spcBef>
        <a:spcPct val="20000"/>
      </a:spcBef>
      <a:spcAft>
        <a:spcPct val="0"/>
      </a:spcAft>
      <a:defRPr kern="1200">
        <a:solidFill>
          <a:schemeClr val="tx1"/>
        </a:solidFill>
        <a:latin typeface="Verdana" pitchFamily="34" charset="0"/>
        <a:ea typeface="+mn-ea"/>
        <a:cs typeface="+mn-cs"/>
      </a:defRPr>
    </a:lvl4pPr>
    <a:lvl5pPr marL="1828800" algn="l" rtl="0" eaLnBrk="0" fontAlgn="base" hangingPunct="0">
      <a:spcBef>
        <a:spcPct val="2000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extLst>
    <p:ext uri="{EFAFB233-063F-42B5-8137-9DF3F51BA10A}">
      <p15:sldGuideLst xmlns:p15="http://schemas.microsoft.com/office/powerpoint/2012/main">
        <p15:guide id="1" orient="horz" pos="4319">
          <p15:clr>
            <a:srgbClr val="A4A3A4"/>
          </p15:clr>
        </p15:guide>
        <p15:guide id="2" pos="575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A9A3A3"/>
    <a:srgbClr val="ACACAC"/>
    <a:srgbClr val="EFEF9F"/>
    <a:srgbClr val="009F62"/>
    <a:srgbClr val="006CA5"/>
    <a:srgbClr val="DF0029"/>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71" autoAdjust="0"/>
  </p:normalViewPr>
  <p:slideViewPr>
    <p:cSldViewPr snapToGrid="0">
      <p:cViewPr varScale="1">
        <p:scale>
          <a:sx n="58" d="100"/>
          <a:sy n="58" d="100"/>
        </p:scale>
        <p:origin x="1520" y="52"/>
      </p:cViewPr>
      <p:guideLst>
        <p:guide orient="horz" pos="4319"/>
        <p:guide pos="5759"/>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viewProps" Target="viewProps.xml"/><Relationship Id="rId5" Type="http://schemas.openxmlformats.org/officeDocument/2006/relationships/slideMaster" Target="slideMasters/slideMaster1.xml"/><Relationship Id="rId10"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tags" Target="tags/tag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llela, Nagababu" userId="3d08fe6f-58a6-4128-aff7-2b718f1945c7" providerId="ADAL" clId="{D49C6373-DFE3-4EDC-97B2-6E91E67255F6}"/>
    <pc:docChg chg="undo custSel modSld">
      <pc:chgData name="Mallela, Nagababu" userId="3d08fe6f-58a6-4128-aff7-2b718f1945c7" providerId="ADAL" clId="{D49C6373-DFE3-4EDC-97B2-6E91E67255F6}" dt="2022-06-08T08:42:26.199" v="340" actId="20577"/>
      <pc:docMkLst>
        <pc:docMk/>
      </pc:docMkLst>
      <pc:sldChg chg="modSp mod">
        <pc:chgData name="Mallela, Nagababu" userId="3d08fe6f-58a6-4128-aff7-2b718f1945c7" providerId="ADAL" clId="{D49C6373-DFE3-4EDC-97B2-6E91E67255F6}" dt="2022-06-08T08:42:26.199" v="340" actId="20577"/>
        <pc:sldMkLst>
          <pc:docMk/>
          <pc:sldMk cId="1719371880" sldId="456"/>
        </pc:sldMkLst>
        <pc:spChg chg="mod">
          <ac:chgData name="Mallela, Nagababu" userId="3d08fe6f-58a6-4128-aff7-2b718f1945c7" providerId="ADAL" clId="{D49C6373-DFE3-4EDC-97B2-6E91E67255F6}" dt="2022-06-08T08:30:48.508" v="233" actId="113"/>
          <ac:spMkLst>
            <pc:docMk/>
            <pc:sldMk cId="1719371880" sldId="456"/>
            <ac:spMk id="2" creationId="{00000000-0000-0000-0000-000000000000}"/>
          </ac:spMkLst>
        </pc:spChg>
        <pc:spChg chg="mod">
          <ac:chgData name="Mallela, Nagababu" userId="3d08fe6f-58a6-4128-aff7-2b718f1945c7" providerId="ADAL" clId="{D49C6373-DFE3-4EDC-97B2-6E91E67255F6}" dt="2022-06-08T08:42:26.199" v="340" actId="20577"/>
          <ac:spMkLst>
            <pc:docMk/>
            <pc:sldMk cId="1719371880" sldId="456"/>
            <ac:spMk id="6"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p:cNvSpPr>
            <a:spLocks noGrp="1" noChangeArrowheads="1"/>
          </p:cNvSpPr>
          <p:nvPr>
            <p:ph type="hdr" sz="quarter"/>
          </p:nvPr>
        </p:nvSpPr>
        <p:spPr bwMode="auto">
          <a:xfrm>
            <a:off x="0" y="1"/>
            <a:ext cx="3038786" cy="465340"/>
          </a:xfrm>
          <a:prstGeom prst="rect">
            <a:avLst/>
          </a:prstGeom>
          <a:noFill/>
          <a:ln w="9525">
            <a:noFill/>
            <a:miter lim="800000"/>
            <a:headEnd/>
            <a:tailEnd/>
          </a:ln>
          <a:effectLst/>
        </p:spPr>
        <p:txBody>
          <a:bodyPr vert="horz" wrap="square" lIns="92144" tIns="46073" rIns="92144" bIns="46073" numCol="1" anchor="t" anchorCtr="0" compatLnSpc="1">
            <a:prstTxWarp prst="textNoShape">
              <a:avLst/>
            </a:prstTxWarp>
          </a:bodyPr>
          <a:lstStyle>
            <a:lvl1pPr>
              <a:spcBef>
                <a:spcPct val="0"/>
              </a:spcBef>
              <a:defRPr sz="1200"/>
            </a:lvl1pPr>
          </a:lstStyle>
          <a:p>
            <a:endParaRPr lang="da-DK"/>
          </a:p>
        </p:txBody>
      </p:sp>
      <p:sp>
        <p:nvSpPr>
          <p:cNvPr id="34819" name="Rectangle 3"/>
          <p:cNvSpPr>
            <a:spLocks noGrp="1" noChangeArrowheads="1"/>
          </p:cNvSpPr>
          <p:nvPr>
            <p:ph type="dt" sz="quarter" idx="1"/>
          </p:nvPr>
        </p:nvSpPr>
        <p:spPr bwMode="auto">
          <a:xfrm>
            <a:off x="3969949" y="1"/>
            <a:ext cx="3038784" cy="465340"/>
          </a:xfrm>
          <a:prstGeom prst="rect">
            <a:avLst/>
          </a:prstGeom>
          <a:noFill/>
          <a:ln w="9525">
            <a:noFill/>
            <a:miter lim="800000"/>
            <a:headEnd/>
            <a:tailEnd/>
          </a:ln>
          <a:effectLst/>
        </p:spPr>
        <p:txBody>
          <a:bodyPr vert="horz" wrap="square" lIns="92144" tIns="46073" rIns="92144" bIns="46073" numCol="1" anchor="t" anchorCtr="0" compatLnSpc="1">
            <a:prstTxWarp prst="textNoShape">
              <a:avLst/>
            </a:prstTxWarp>
          </a:bodyPr>
          <a:lstStyle>
            <a:lvl1pPr algn="r">
              <a:spcBef>
                <a:spcPct val="0"/>
              </a:spcBef>
              <a:defRPr sz="1200"/>
            </a:lvl1pPr>
          </a:lstStyle>
          <a:p>
            <a:endParaRPr lang="da-DK"/>
          </a:p>
        </p:txBody>
      </p:sp>
      <p:sp>
        <p:nvSpPr>
          <p:cNvPr id="34820" name="Rectangle 4"/>
          <p:cNvSpPr>
            <a:spLocks noGrp="1" noChangeArrowheads="1"/>
          </p:cNvSpPr>
          <p:nvPr>
            <p:ph type="ftr" sz="quarter" idx="2"/>
          </p:nvPr>
        </p:nvSpPr>
        <p:spPr bwMode="auto">
          <a:xfrm>
            <a:off x="0" y="8829575"/>
            <a:ext cx="3038786" cy="465339"/>
          </a:xfrm>
          <a:prstGeom prst="rect">
            <a:avLst/>
          </a:prstGeom>
          <a:noFill/>
          <a:ln w="9525">
            <a:noFill/>
            <a:miter lim="800000"/>
            <a:headEnd/>
            <a:tailEnd/>
          </a:ln>
          <a:effectLst/>
        </p:spPr>
        <p:txBody>
          <a:bodyPr vert="horz" wrap="square" lIns="92144" tIns="46073" rIns="92144" bIns="46073" numCol="1" anchor="b" anchorCtr="0" compatLnSpc="1">
            <a:prstTxWarp prst="textNoShape">
              <a:avLst/>
            </a:prstTxWarp>
          </a:bodyPr>
          <a:lstStyle>
            <a:lvl1pPr>
              <a:spcBef>
                <a:spcPct val="0"/>
              </a:spcBef>
              <a:defRPr sz="1200"/>
            </a:lvl1pPr>
          </a:lstStyle>
          <a:p>
            <a:endParaRPr lang="da-DK"/>
          </a:p>
        </p:txBody>
      </p:sp>
      <p:sp>
        <p:nvSpPr>
          <p:cNvPr id="34821" name="Rectangle 5"/>
          <p:cNvSpPr>
            <a:spLocks noGrp="1" noChangeArrowheads="1"/>
          </p:cNvSpPr>
          <p:nvPr>
            <p:ph type="sldNum" sz="quarter" idx="3"/>
          </p:nvPr>
        </p:nvSpPr>
        <p:spPr bwMode="auto">
          <a:xfrm>
            <a:off x="3969949" y="8829575"/>
            <a:ext cx="3038784" cy="465339"/>
          </a:xfrm>
          <a:prstGeom prst="rect">
            <a:avLst/>
          </a:prstGeom>
          <a:noFill/>
          <a:ln w="9525">
            <a:noFill/>
            <a:miter lim="800000"/>
            <a:headEnd/>
            <a:tailEnd/>
          </a:ln>
          <a:effectLst/>
        </p:spPr>
        <p:txBody>
          <a:bodyPr vert="horz" wrap="square" lIns="92144" tIns="46073" rIns="92144" bIns="46073" numCol="1" anchor="b" anchorCtr="0" compatLnSpc="1">
            <a:prstTxWarp prst="textNoShape">
              <a:avLst/>
            </a:prstTxWarp>
          </a:bodyPr>
          <a:lstStyle>
            <a:lvl1pPr algn="r">
              <a:spcBef>
                <a:spcPct val="0"/>
              </a:spcBef>
              <a:defRPr sz="1200"/>
            </a:lvl1pPr>
          </a:lstStyle>
          <a:p>
            <a:fld id="{556E1EFB-15C5-4571-A732-6A6BE8312F7C}" type="slidenum">
              <a:rPr lang="da-DK"/>
              <a:pPr/>
              <a:t>‹#›</a:t>
            </a:fld>
            <a:endParaRPr lang="da-DK"/>
          </a:p>
        </p:txBody>
      </p:sp>
    </p:spTree>
    <p:extLst>
      <p:ext uri="{BB962C8B-B14F-4D97-AF65-F5344CB8AC3E}">
        <p14:creationId xmlns:p14="http://schemas.microsoft.com/office/powerpoint/2010/main" val="20340686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1"/>
            <a:ext cx="3038786" cy="465340"/>
          </a:xfrm>
          <a:prstGeom prst="rect">
            <a:avLst/>
          </a:prstGeom>
          <a:noFill/>
          <a:ln w="9525">
            <a:noFill/>
            <a:miter lim="800000"/>
            <a:headEnd/>
            <a:tailEnd/>
          </a:ln>
          <a:effectLst/>
        </p:spPr>
        <p:txBody>
          <a:bodyPr vert="horz" wrap="square" lIns="92144" tIns="46073" rIns="92144" bIns="46073" numCol="1" anchor="t" anchorCtr="0" compatLnSpc="1">
            <a:prstTxWarp prst="textNoShape">
              <a:avLst/>
            </a:prstTxWarp>
          </a:bodyPr>
          <a:lstStyle>
            <a:lvl1pPr>
              <a:spcBef>
                <a:spcPct val="0"/>
              </a:spcBef>
              <a:defRPr sz="1200"/>
            </a:lvl1pPr>
          </a:lstStyle>
          <a:p>
            <a:endParaRPr lang="da-DK"/>
          </a:p>
        </p:txBody>
      </p:sp>
      <p:sp>
        <p:nvSpPr>
          <p:cNvPr id="20483" name="Rectangle 3"/>
          <p:cNvSpPr>
            <a:spLocks noGrp="1" noChangeArrowheads="1"/>
          </p:cNvSpPr>
          <p:nvPr>
            <p:ph type="dt" idx="1"/>
          </p:nvPr>
        </p:nvSpPr>
        <p:spPr bwMode="auto">
          <a:xfrm>
            <a:off x="3969949" y="1"/>
            <a:ext cx="3038784" cy="465340"/>
          </a:xfrm>
          <a:prstGeom prst="rect">
            <a:avLst/>
          </a:prstGeom>
          <a:noFill/>
          <a:ln w="9525">
            <a:noFill/>
            <a:miter lim="800000"/>
            <a:headEnd/>
            <a:tailEnd/>
          </a:ln>
          <a:effectLst/>
        </p:spPr>
        <p:txBody>
          <a:bodyPr vert="horz" wrap="square" lIns="92144" tIns="46073" rIns="92144" bIns="46073" numCol="1" anchor="t" anchorCtr="0" compatLnSpc="1">
            <a:prstTxWarp prst="textNoShape">
              <a:avLst/>
            </a:prstTxWarp>
          </a:bodyPr>
          <a:lstStyle>
            <a:lvl1pPr algn="r">
              <a:spcBef>
                <a:spcPct val="0"/>
              </a:spcBef>
              <a:defRPr sz="1200"/>
            </a:lvl1pPr>
          </a:lstStyle>
          <a:p>
            <a:endParaRPr lang="da-DK"/>
          </a:p>
        </p:txBody>
      </p:sp>
      <p:sp>
        <p:nvSpPr>
          <p:cNvPr id="20484" name="Rectangle 4"/>
          <p:cNvSpPr>
            <a:spLocks noGrp="1" noRot="1" noChangeAspect="1" noChangeArrowheads="1" noTextEdit="1"/>
          </p:cNvSpPr>
          <p:nvPr>
            <p:ph type="sldImg" idx="2"/>
          </p:nvPr>
        </p:nvSpPr>
        <p:spPr bwMode="auto">
          <a:xfrm>
            <a:off x="1181100" y="696913"/>
            <a:ext cx="4648200" cy="3486150"/>
          </a:xfrm>
          <a:prstGeom prst="rect">
            <a:avLst/>
          </a:prstGeom>
          <a:noFill/>
          <a:ln w="9525">
            <a:solidFill>
              <a:srgbClr val="000000"/>
            </a:solidFill>
            <a:miter lim="800000"/>
            <a:headEnd/>
            <a:tailEnd/>
          </a:ln>
          <a:effectLst/>
        </p:spPr>
      </p:sp>
      <p:sp>
        <p:nvSpPr>
          <p:cNvPr id="20485" name="Rectangle 5"/>
          <p:cNvSpPr>
            <a:spLocks noGrp="1" noChangeArrowheads="1"/>
          </p:cNvSpPr>
          <p:nvPr>
            <p:ph type="body" sz="quarter" idx="3"/>
          </p:nvPr>
        </p:nvSpPr>
        <p:spPr bwMode="auto">
          <a:xfrm>
            <a:off x="700874" y="4415531"/>
            <a:ext cx="5608654" cy="4183603"/>
          </a:xfrm>
          <a:prstGeom prst="rect">
            <a:avLst/>
          </a:prstGeom>
          <a:noFill/>
          <a:ln w="9525">
            <a:noFill/>
            <a:miter lim="800000"/>
            <a:headEnd/>
            <a:tailEnd/>
          </a:ln>
          <a:effectLst/>
        </p:spPr>
        <p:txBody>
          <a:bodyPr vert="horz" wrap="square" lIns="92144" tIns="46073" rIns="92144" bIns="46073" numCol="1" anchor="t" anchorCtr="0" compatLnSpc="1">
            <a:prstTxWarp prst="textNoShape">
              <a:avLst/>
            </a:prstTxWarp>
          </a:bodyPr>
          <a:lstStyle/>
          <a:p>
            <a:pPr lvl="0"/>
            <a:r>
              <a:rPr lang="da-DK"/>
              <a:t>Click to edit Master text styles</a:t>
            </a:r>
          </a:p>
          <a:p>
            <a:pPr lvl="1"/>
            <a:r>
              <a:rPr lang="da-DK"/>
              <a:t>Second level</a:t>
            </a:r>
          </a:p>
          <a:p>
            <a:pPr lvl="2"/>
            <a:r>
              <a:rPr lang="da-DK"/>
              <a:t>Third level</a:t>
            </a:r>
          </a:p>
          <a:p>
            <a:pPr lvl="3"/>
            <a:r>
              <a:rPr lang="da-DK"/>
              <a:t>Fourth level</a:t>
            </a:r>
          </a:p>
          <a:p>
            <a:pPr lvl="4"/>
            <a:r>
              <a:rPr lang="da-DK"/>
              <a:t>Fifth level</a:t>
            </a:r>
          </a:p>
        </p:txBody>
      </p:sp>
      <p:sp>
        <p:nvSpPr>
          <p:cNvPr id="20486" name="Rectangle 6"/>
          <p:cNvSpPr>
            <a:spLocks noGrp="1" noChangeArrowheads="1"/>
          </p:cNvSpPr>
          <p:nvPr>
            <p:ph type="ftr" sz="quarter" idx="4"/>
          </p:nvPr>
        </p:nvSpPr>
        <p:spPr bwMode="auto">
          <a:xfrm>
            <a:off x="0" y="8829575"/>
            <a:ext cx="3038786" cy="465339"/>
          </a:xfrm>
          <a:prstGeom prst="rect">
            <a:avLst/>
          </a:prstGeom>
          <a:noFill/>
          <a:ln w="9525">
            <a:noFill/>
            <a:miter lim="800000"/>
            <a:headEnd/>
            <a:tailEnd/>
          </a:ln>
          <a:effectLst/>
        </p:spPr>
        <p:txBody>
          <a:bodyPr vert="horz" wrap="square" lIns="92144" tIns="46073" rIns="92144" bIns="46073" numCol="1" anchor="b" anchorCtr="0" compatLnSpc="1">
            <a:prstTxWarp prst="textNoShape">
              <a:avLst/>
            </a:prstTxWarp>
          </a:bodyPr>
          <a:lstStyle>
            <a:lvl1pPr>
              <a:spcBef>
                <a:spcPct val="0"/>
              </a:spcBef>
              <a:defRPr sz="1200"/>
            </a:lvl1pPr>
          </a:lstStyle>
          <a:p>
            <a:endParaRPr lang="da-DK"/>
          </a:p>
        </p:txBody>
      </p:sp>
      <p:sp>
        <p:nvSpPr>
          <p:cNvPr id="20487" name="Rectangle 7"/>
          <p:cNvSpPr>
            <a:spLocks noGrp="1" noChangeArrowheads="1"/>
          </p:cNvSpPr>
          <p:nvPr>
            <p:ph type="sldNum" sz="quarter" idx="5"/>
          </p:nvPr>
        </p:nvSpPr>
        <p:spPr bwMode="auto">
          <a:xfrm>
            <a:off x="3969949" y="8829575"/>
            <a:ext cx="3038784" cy="465339"/>
          </a:xfrm>
          <a:prstGeom prst="rect">
            <a:avLst/>
          </a:prstGeom>
          <a:noFill/>
          <a:ln w="9525">
            <a:noFill/>
            <a:miter lim="800000"/>
            <a:headEnd/>
            <a:tailEnd/>
          </a:ln>
          <a:effectLst/>
        </p:spPr>
        <p:txBody>
          <a:bodyPr vert="horz" wrap="square" lIns="92144" tIns="46073" rIns="92144" bIns="46073" numCol="1" anchor="b" anchorCtr="0" compatLnSpc="1">
            <a:prstTxWarp prst="textNoShape">
              <a:avLst/>
            </a:prstTxWarp>
          </a:bodyPr>
          <a:lstStyle>
            <a:lvl1pPr algn="r">
              <a:spcBef>
                <a:spcPct val="0"/>
              </a:spcBef>
              <a:defRPr sz="1200"/>
            </a:lvl1pPr>
          </a:lstStyle>
          <a:p>
            <a:fld id="{E42D5656-607A-4D7D-BA5C-D07045B5FEE8}" type="slidenum">
              <a:rPr lang="da-DK"/>
              <a:pPr/>
              <a:t>‹#›</a:t>
            </a:fld>
            <a:endParaRPr lang="da-DK"/>
          </a:p>
        </p:txBody>
      </p:sp>
    </p:spTree>
    <p:extLst>
      <p:ext uri="{BB962C8B-B14F-4D97-AF65-F5344CB8AC3E}">
        <p14:creationId xmlns:p14="http://schemas.microsoft.com/office/powerpoint/2010/main" val="41745027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Verdana"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Verdana"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Verdana"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Verdana"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Verdan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97000" y="642938"/>
            <a:ext cx="4279900" cy="3209925"/>
          </a:xfrm>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a:defRPr/>
            </a:pPr>
            <a:endParaRPr lang="en-US" dirty="0">
              <a:solidFill>
                <a:prstClr val="black"/>
              </a:solidFill>
            </a:endParaRPr>
          </a:p>
        </p:txBody>
      </p:sp>
      <p:sp>
        <p:nvSpPr>
          <p:cNvPr id="5" name="Date Placeholder 4"/>
          <p:cNvSpPr>
            <a:spLocks noGrp="1"/>
          </p:cNvSpPr>
          <p:nvPr>
            <p:ph type="dt" idx="11"/>
          </p:nvPr>
        </p:nvSpPr>
        <p:spPr/>
        <p:txBody>
          <a:bodyPr/>
          <a:lstStyle/>
          <a:p>
            <a:pPr>
              <a:defRPr/>
            </a:pPr>
            <a:r>
              <a:rPr lang="en-US" dirty="0">
                <a:solidFill>
                  <a:prstClr val="black"/>
                </a:solidFill>
              </a:rPr>
              <a:t>date</a:t>
            </a:r>
          </a:p>
        </p:txBody>
      </p:sp>
      <p:sp>
        <p:nvSpPr>
          <p:cNvPr id="6" name="Footer Placeholder 5"/>
          <p:cNvSpPr>
            <a:spLocks noGrp="1"/>
          </p:cNvSpPr>
          <p:nvPr>
            <p:ph type="ftr" sz="quarter" idx="12"/>
          </p:nvPr>
        </p:nvSpPr>
        <p:spPr/>
        <p:txBody>
          <a:bodyPr/>
          <a:lstStyle/>
          <a:p>
            <a:pPr>
              <a:defRPr/>
            </a:pPr>
            <a:endParaRPr lang="en-US" dirty="0">
              <a:solidFill>
                <a:prstClr val="black"/>
              </a:solidFill>
            </a:endParaRPr>
          </a:p>
        </p:txBody>
      </p:sp>
      <p:sp>
        <p:nvSpPr>
          <p:cNvPr id="7" name="Slide Number Placeholder 6"/>
          <p:cNvSpPr>
            <a:spLocks noGrp="1"/>
          </p:cNvSpPr>
          <p:nvPr>
            <p:ph type="sldNum" sz="quarter" idx="13"/>
          </p:nvPr>
        </p:nvSpPr>
        <p:spPr/>
        <p:txBody>
          <a:bodyPr/>
          <a:lstStyle/>
          <a:p>
            <a:pPr>
              <a:defRPr/>
            </a:pPr>
            <a:fld id="{BA44FAA9-51FA-4F6B-AC6F-9EF5239E7D33}" type="slidenum">
              <a:rPr lang="en-US" smtClean="0">
                <a:solidFill>
                  <a:prstClr val="black"/>
                </a:solidFill>
              </a:rPr>
              <a:pPr>
                <a:defRPr/>
              </a:pPr>
              <a:t>1</a:t>
            </a:fld>
            <a:endParaRPr lang="en-US" dirty="0">
              <a:solidFill>
                <a:prstClr val="black"/>
              </a:solidFill>
            </a:endParaRPr>
          </a:p>
        </p:txBody>
      </p:sp>
    </p:spTree>
    <p:extLst>
      <p:ext uri="{BB962C8B-B14F-4D97-AF65-F5344CB8AC3E}">
        <p14:creationId xmlns:p14="http://schemas.microsoft.com/office/powerpoint/2010/main" val="40752076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3012" name="Rectangle 4"/>
          <p:cNvSpPr>
            <a:spLocks noGrp="1" noChangeArrowheads="1"/>
          </p:cNvSpPr>
          <p:nvPr>
            <p:ph type="subTitle" idx="1"/>
          </p:nvPr>
        </p:nvSpPr>
        <p:spPr>
          <a:xfrm>
            <a:off x="347663" y="3886200"/>
            <a:ext cx="8439150" cy="2435225"/>
          </a:xfrm>
        </p:spPr>
        <p:txBody>
          <a:bodyPr lIns="0"/>
          <a:lstStyle>
            <a:lvl1pPr marL="0" indent="0">
              <a:buFontTx/>
              <a:buNone/>
              <a:defRPr/>
            </a:lvl1pPr>
          </a:lstStyle>
          <a:p>
            <a:r>
              <a:rPr lang="en-US"/>
              <a:t>Click to edit Master subtitle style</a:t>
            </a:r>
            <a:endParaRPr lang="da-DK"/>
          </a:p>
        </p:txBody>
      </p:sp>
      <p:pic>
        <p:nvPicPr>
          <p:cNvPr id="43014" name="Picture 6"/>
          <p:cNvPicPr>
            <a:picLocks noChangeAspect="1" noChangeArrowheads="1"/>
          </p:cNvPicPr>
          <p:nvPr/>
        </p:nvPicPr>
        <p:blipFill>
          <a:blip r:embed="rId2" cstate="print"/>
          <a:srcRect/>
          <a:stretch>
            <a:fillRect/>
          </a:stretch>
        </p:blipFill>
        <p:spPr bwMode="auto">
          <a:xfrm>
            <a:off x="7724775" y="358775"/>
            <a:ext cx="1077913" cy="358775"/>
          </a:xfrm>
          <a:prstGeom prst="rect">
            <a:avLst/>
          </a:prstGeom>
          <a:noFill/>
        </p:spPr>
      </p:pic>
      <p:sp>
        <p:nvSpPr>
          <p:cNvPr id="43029" name="Rectangle 21"/>
          <p:cNvSpPr>
            <a:spLocks noGrp="1" noChangeArrowheads="1"/>
          </p:cNvSpPr>
          <p:nvPr>
            <p:ph type="sldNum" sz="quarter" idx="4"/>
          </p:nvPr>
        </p:nvSpPr>
        <p:spPr/>
        <p:txBody>
          <a:bodyPr/>
          <a:lstStyle>
            <a:lvl1pPr>
              <a:defRPr/>
            </a:lvl1pPr>
          </a:lstStyle>
          <a:p>
            <a:fld id="{1A17C83B-5FE3-4737-A842-C0492A7A61F7}" type="slidenum">
              <a:rPr lang="da-DK"/>
              <a:pPr/>
              <a:t>‹#›</a:t>
            </a:fld>
            <a:endParaRPr lang="da-DK"/>
          </a:p>
        </p:txBody>
      </p:sp>
      <p:sp>
        <p:nvSpPr>
          <p:cNvPr id="9" name="Rectangle 2"/>
          <p:cNvSpPr>
            <a:spLocks noGrp="1" noChangeArrowheads="1"/>
          </p:cNvSpPr>
          <p:nvPr userDrawn="1">
            <p:ph type="ctrTitle"/>
          </p:nvPr>
        </p:nvSpPr>
        <p:spPr>
          <a:xfrm>
            <a:off x="347663" y="2130425"/>
            <a:ext cx="8439150" cy="1470025"/>
          </a:xfrm>
        </p:spPr>
        <p:txBody>
          <a:bodyPr/>
          <a:lstStyle/>
          <a:p>
            <a:r>
              <a:rPr lang="en-US"/>
              <a:t>Click to edit Master title style</a:t>
            </a:r>
            <a:endParaRPr lang="en-US" dirty="0"/>
          </a:p>
        </p:txBody>
      </p:sp>
      <p:sp>
        <p:nvSpPr>
          <p:cNvPr id="10" name="Rectangle 19"/>
          <p:cNvSpPr>
            <a:spLocks noGrp="1" noChangeArrowheads="1"/>
          </p:cNvSpPr>
          <p:nvPr>
            <p:ph type="dt" sz="half" idx="2"/>
          </p:nvPr>
        </p:nvSpPr>
        <p:spPr>
          <a:xfrm>
            <a:off x="347663" y="6446838"/>
            <a:ext cx="795313" cy="228600"/>
          </a:xfrm>
          <a:prstGeom prst="rect">
            <a:avLst/>
          </a:prstGeom>
        </p:spPr>
        <p:txBody>
          <a:bodyPr lIns="0" tIns="0" rIns="0" bIns="0"/>
          <a:lstStyle>
            <a:lvl1pPr algn="l" rtl="0" eaLnBrk="0" fontAlgn="base" hangingPunct="0">
              <a:spcBef>
                <a:spcPct val="20000"/>
              </a:spcBef>
              <a:spcAft>
                <a:spcPct val="0"/>
              </a:spcAft>
              <a:defRPr lang="da-DK" sz="900" kern="1200" smtClean="0">
                <a:solidFill>
                  <a:schemeClr val="tx1"/>
                </a:solidFill>
                <a:latin typeface="Verdana" pitchFamily="34" charset="0"/>
                <a:ea typeface="+mn-ea"/>
                <a:cs typeface="+mn-cs"/>
              </a:defRPr>
            </a:lvl1pPr>
          </a:lstStyle>
          <a:p>
            <a:r>
              <a:rPr lang="da-DK"/>
              <a:t>20110202</a:t>
            </a:r>
            <a:endParaRPr lang="da-DK" dirty="0"/>
          </a:p>
        </p:txBody>
      </p:sp>
      <p:sp>
        <p:nvSpPr>
          <p:cNvPr id="11" name="Rectangle 20"/>
          <p:cNvSpPr>
            <a:spLocks noGrp="1" noChangeArrowheads="1"/>
          </p:cNvSpPr>
          <p:nvPr>
            <p:ph type="ftr" sz="quarter" idx="3"/>
          </p:nvPr>
        </p:nvSpPr>
        <p:spPr>
          <a:xfrm>
            <a:off x="1169988" y="6448425"/>
            <a:ext cx="7067550" cy="233363"/>
          </a:xfrm>
          <a:prstGeom prst="rect">
            <a:avLst/>
          </a:prstGeom>
        </p:spPr>
        <p:txBody>
          <a:bodyPr lIns="0" tIns="0" rIns="0" bIns="0"/>
          <a:lstStyle>
            <a:lvl1pPr>
              <a:defRPr sz="900"/>
            </a:lvl1pPr>
          </a:lstStyle>
          <a:p>
            <a:r>
              <a:rPr lang="en-US"/>
              <a:t>GloBIZ 2.0 wave 0 roll-out</a:t>
            </a:r>
            <a:endParaRPr lang="da-DK"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76213" indent="-176213">
              <a:defRPr sz="1800"/>
            </a:lvl1pPr>
            <a:lvl2pPr marL="354013" indent="-177800">
              <a:defRPr sz="1800"/>
            </a:lvl2pPr>
            <a:lvl3pPr marL="530225" indent="-176213">
              <a:defRPr sz="1800"/>
            </a:lvl3pPr>
            <a:lvl4pPr marL="722313" indent="-192088">
              <a:defRPr sz="1800"/>
            </a:lvl4pPr>
            <a:lvl5pPr marL="900113" indent="-177800">
              <a:tabLs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lvl1pPr>
              <a:defRPr/>
            </a:lvl1pPr>
          </a:lstStyle>
          <a:p>
            <a:fld id="{02B5E496-C20A-4259-82D6-EE90691934EF}" type="slidenum">
              <a:rPr lang="da-DK"/>
              <a:pPr/>
              <a:t>‹#›</a:t>
            </a:fld>
            <a:endParaRPr lang="da-DK"/>
          </a:p>
        </p:txBody>
      </p:sp>
      <p:sp>
        <p:nvSpPr>
          <p:cNvPr id="7" name="Rectangle 19"/>
          <p:cNvSpPr>
            <a:spLocks noGrp="1" noChangeArrowheads="1"/>
          </p:cNvSpPr>
          <p:nvPr>
            <p:ph type="dt" sz="half" idx="2"/>
          </p:nvPr>
        </p:nvSpPr>
        <p:spPr>
          <a:xfrm>
            <a:off x="347663" y="6446838"/>
            <a:ext cx="795313" cy="228600"/>
          </a:xfrm>
          <a:prstGeom prst="rect">
            <a:avLst/>
          </a:prstGeom>
        </p:spPr>
        <p:txBody>
          <a:bodyPr lIns="0" tIns="0" rIns="0" bIns="0"/>
          <a:lstStyle>
            <a:lvl1pPr algn="l" rtl="0" eaLnBrk="0" fontAlgn="base" hangingPunct="0">
              <a:spcBef>
                <a:spcPct val="20000"/>
              </a:spcBef>
              <a:spcAft>
                <a:spcPct val="0"/>
              </a:spcAft>
              <a:defRPr lang="da-DK" sz="900" kern="1200" smtClean="0">
                <a:solidFill>
                  <a:schemeClr val="tx1"/>
                </a:solidFill>
                <a:latin typeface="Verdana" pitchFamily="34" charset="0"/>
                <a:ea typeface="+mn-ea"/>
                <a:cs typeface="+mn-cs"/>
              </a:defRPr>
            </a:lvl1pPr>
          </a:lstStyle>
          <a:p>
            <a:r>
              <a:rPr lang="da-DK"/>
              <a:t>20110202</a:t>
            </a:r>
            <a:endParaRPr lang="da-DK" dirty="0"/>
          </a:p>
        </p:txBody>
      </p:sp>
      <p:sp>
        <p:nvSpPr>
          <p:cNvPr id="8" name="Rectangle 20"/>
          <p:cNvSpPr>
            <a:spLocks noGrp="1" noChangeArrowheads="1"/>
          </p:cNvSpPr>
          <p:nvPr>
            <p:ph type="ftr" sz="quarter" idx="3"/>
          </p:nvPr>
        </p:nvSpPr>
        <p:spPr>
          <a:xfrm>
            <a:off x="1169988" y="6448425"/>
            <a:ext cx="7067550" cy="233363"/>
          </a:xfrm>
          <a:prstGeom prst="rect">
            <a:avLst/>
          </a:prstGeom>
        </p:spPr>
        <p:txBody>
          <a:bodyPr lIns="0" tIns="0" rIns="0" bIns="0"/>
          <a:lstStyle>
            <a:lvl1pPr>
              <a:defRPr sz="900"/>
            </a:lvl1pPr>
          </a:lstStyle>
          <a:p>
            <a:r>
              <a:rPr lang="en-US"/>
              <a:t>GloBIZ 2.0 wave 0 roll-out</a:t>
            </a:r>
            <a:endParaRPr lang="da-DK"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47663" y="1219200"/>
            <a:ext cx="4143375" cy="5105400"/>
          </a:xfrm>
        </p:spPr>
        <p:txBody>
          <a:bodyPr/>
          <a:lstStyle>
            <a:lvl1pPr marL="176213" indent="-176213" algn="l" rtl="0" eaLnBrk="0" fontAlgn="base" hangingPunct="0">
              <a:spcBef>
                <a:spcPct val="20000"/>
              </a:spcBef>
              <a:spcAft>
                <a:spcPct val="0"/>
              </a:spcAft>
              <a:buSzPct val="80000"/>
              <a:buBlip>
                <a:blip r:embed="rId2"/>
              </a:buBlip>
              <a:defRPr lang="en-US" sz="1800" dirty="0" smtClean="0">
                <a:solidFill>
                  <a:schemeClr val="tx1"/>
                </a:solidFill>
                <a:latin typeface="+mn-lt"/>
                <a:ea typeface="+mn-ea"/>
                <a:cs typeface="+mn-cs"/>
              </a:defRPr>
            </a:lvl1pPr>
            <a:lvl2pPr marL="354013" indent="-177800" algn="l" rtl="0" eaLnBrk="0" fontAlgn="base" hangingPunct="0">
              <a:spcBef>
                <a:spcPct val="20000"/>
              </a:spcBef>
              <a:spcAft>
                <a:spcPct val="0"/>
              </a:spcAft>
              <a:buSzPct val="80000"/>
              <a:buBlip>
                <a:blip r:embed="rId2"/>
              </a:buBlip>
              <a:defRPr lang="en-US" sz="1800" dirty="0" smtClean="0">
                <a:solidFill>
                  <a:schemeClr val="tx1"/>
                </a:solidFill>
                <a:latin typeface="+mn-lt"/>
                <a:ea typeface="+mn-ea"/>
                <a:cs typeface="+mn-cs"/>
              </a:defRPr>
            </a:lvl2pPr>
            <a:lvl3pPr marL="530225" indent="-176213" algn="l" rtl="0" eaLnBrk="0" fontAlgn="base" hangingPunct="0">
              <a:spcBef>
                <a:spcPct val="20000"/>
              </a:spcBef>
              <a:spcAft>
                <a:spcPct val="0"/>
              </a:spcAft>
              <a:buSzPct val="80000"/>
              <a:buBlip>
                <a:blip r:embed="rId2"/>
              </a:buBlip>
              <a:defRPr lang="en-US" sz="1800" dirty="0" smtClean="0">
                <a:solidFill>
                  <a:schemeClr val="tx1"/>
                </a:solidFill>
                <a:latin typeface="+mn-lt"/>
                <a:ea typeface="+mn-ea"/>
                <a:cs typeface="+mn-cs"/>
              </a:defRPr>
            </a:lvl3pPr>
            <a:lvl4pPr marL="722313" indent="-192088" algn="l" rtl="0" eaLnBrk="0" fontAlgn="base" hangingPunct="0">
              <a:spcBef>
                <a:spcPct val="20000"/>
              </a:spcBef>
              <a:spcAft>
                <a:spcPct val="0"/>
              </a:spcAft>
              <a:buSzPct val="80000"/>
              <a:buBlip>
                <a:blip r:embed="rId2"/>
              </a:buBlip>
              <a:defRPr lang="en-US" sz="1800" dirty="0" smtClean="0">
                <a:solidFill>
                  <a:schemeClr val="tx1"/>
                </a:solidFill>
                <a:latin typeface="+mn-lt"/>
                <a:ea typeface="+mn-ea"/>
                <a:cs typeface="+mn-cs"/>
              </a:defRPr>
            </a:lvl4pPr>
            <a:lvl5pPr marL="900113" indent="-177800" algn="l" rtl="0" eaLnBrk="0" fontAlgn="base" hangingPunct="0">
              <a:spcBef>
                <a:spcPct val="20000"/>
              </a:spcBef>
              <a:spcAft>
                <a:spcPct val="0"/>
              </a:spcAft>
              <a:buSzPct val="80000"/>
              <a:buBlip>
                <a:blip r:embed="rId2"/>
              </a:buBlip>
              <a:defRPr lang="en-US" sz="1800" dirty="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3438" y="1219200"/>
            <a:ext cx="4143375" cy="5105400"/>
          </a:xfrm>
        </p:spPr>
        <p:txBody>
          <a:bodyPr/>
          <a:lstStyle>
            <a:lvl1pPr marL="176213" indent="-176213" algn="l" rtl="0" eaLnBrk="0" fontAlgn="base" hangingPunct="0">
              <a:spcBef>
                <a:spcPct val="20000"/>
              </a:spcBef>
              <a:spcAft>
                <a:spcPct val="0"/>
              </a:spcAft>
              <a:buSzPct val="80000"/>
              <a:buBlip>
                <a:blip r:embed="rId2"/>
              </a:buBlip>
              <a:tabLst>
                <a:tab pos="1274763" algn="l"/>
              </a:tabLst>
              <a:defRPr lang="en-US" sz="1800" dirty="0" smtClean="0">
                <a:solidFill>
                  <a:schemeClr val="tx1"/>
                </a:solidFill>
                <a:latin typeface="+mn-lt"/>
                <a:ea typeface="+mn-ea"/>
                <a:cs typeface="+mn-cs"/>
              </a:defRPr>
            </a:lvl1pPr>
            <a:lvl2pPr marL="354013" indent="-177800" algn="l" rtl="0" eaLnBrk="0" fontAlgn="base" hangingPunct="0">
              <a:spcBef>
                <a:spcPct val="20000"/>
              </a:spcBef>
              <a:spcAft>
                <a:spcPct val="0"/>
              </a:spcAft>
              <a:buSzPct val="80000"/>
              <a:buBlip>
                <a:blip r:embed="rId2"/>
              </a:buBlip>
              <a:tabLst>
                <a:tab pos="1274763" algn="l"/>
              </a:tabLst>
              <a:defRPr lang="en-US" sz="1800" dirty="0" smtClean="0">
                <a:solidFill>
                  <a:schemeClr val="tx1"/>
                </a:solidFill>
                <a:latin typeface="+mn-lt"/>
                <a:ea typeface="+mn-ea"/>
                <a:cs typeface="+mn-cs"/>
              </a:defRPr>
            </a:lvl2pPr>
            <a:lvl3pPr marL="530225" indent="-176213" algn="l" rtl="0" eaLnBrk="0" fontAlgn="base" hangingPunct="0">
              <a:spcBef>
                <a:spcPct val="20000"/>
              </a:spcBef>
              <a:spcAft>
                <a:spcPct val="0"/>
              </a:spcAft>
              <a:buSzPct val="80000"/>
              <a:buBlip>
                <a:blip r:embed="rId2"/>
              </a:buBlip>
              <a:tabLst>
                <a:tab pos="1274763" algn="l"/>
              </a:tabLst>
              <a:defRPr lang="en-US" sz="1800" dirty="0" smtClean="0">
                <a:solidFill>
                  <a:schemeClr val="tx1"/>
                </a:solidFill>
                <a:latin typeface="+mn-lt"/>
                <a:ea typeface="+mn-ea"/>
                <a:cs typeface="+mn-cs"/>
              </a:defRPr>
            </a:lvl3pPr>
            <a:lvl4pPr marL="722313" indent="-192088" algn="l" rtl="0" eaLnBrk="0" fontAlgn="base" hangingPunct="0">
              <a:spcBef>
                <a:spcPct val="20000"/>
              </a:spcBef>
              <a:spcAft>
                <a:spcPct val="0"/>
              </a:spcAft>
              <a:buSzPct val="80000"/>
              <a:buBlip>
                <a:blip r:embed="rId2"/>
              </a:buBlip>
              <a:tabLst>
                <a:tab pos="1274763" algn="l"/>
              </a:tabLst>
              <a:defRPr lang="en-US" sz="1800" dirty="0" smtClean="0">
                <a:solidFill>
                  <a:schemeClr val="tx1"/>
                </a:solidFill>
                <a:latin typeface="+mn-lt"/>
                <a:ea typeface="+mn-ea"/>
                <a:cs typeface="+mn-cs"/>
              </a:defRPr>
            </a:lvl4pPr>
            <a:lvl5pPr marL="900113" indent="-177800" algn="l" rtl="0" eaLnBrk="0" fontAlgn="base" hangingPunct="0">
              <a:spcBef>
                <a:spcPct val="20000"/>
              </a:spcBef>
              <a:spcAft>
                <a:spcPct val="0"/>
              </a:spcAft>
              <a:buSzPct val="80000"/>
              <a:buBlip>
                <a:blip r:embed="rId2"/>
              </a:buBlip>
              <a:tabLst/>
              <a:defRPr lang="en-US" sz="1800" dirty="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lvl1pPr>
              <a:defRPr/>
            </a:lvl1pPr>
          </a:lstStyle>
          <a:p>
            <a:fld id="{1F614927-13ED-4592-B6CD-08D7D1B75926}" type="slidenum">
              <a:rPr lang="da-DK"/>
              <a:pPr/>
              <a:t>‹#›</a:t>
            </a:fld>
            <a:endParaRPr lang="da-DK"/>
          </a:p>
        </p:txBody>
      </p:sp>
      <p:sp>
        <p:nvSpPr>
          <p:cNvPr id="8" name="Rectangle 19"/>
          <p:cNvSpPr>
            <a:spLocks noGrp="1" noChangeArrowheads="1"/>
          </p:cNvSpPr>
          <p:nvPr>
            <p:ph type="dt" sz="half" idx="13"/>
          </p:nvPr>
        </p:nvSpPr>
        <p:spPr>
          <a:xfrm>
            <a:off x="347663" y="6446838"/>
            <a:ext cx="795313" cy="228600"/>
          </a:xfrm>
          <a:prstGeom prst="rect">
            <a:avLst/>
          </a:prstGeom>
        </p:spPr>
        <p:txBody>
          <a:bodyPr lIns="0" tIns="0" rIns="0" bIns="0"/>
          <a:lstStyle>
            <a:lvl1pPr algn="l" rtl="0" eaLnBrk="0" fontAlgn="base" hangingPunct="0">
              <a:spcBef>
                <a:spcPct val="20000"/>
              </a:spcBef>
              <a:spcAft>
                <a:spcPct val="0"/>
              </a:spcAft>
              <a:defRPr lang="da-DK" sz="900" kern="1200" smtClean="0">
                <a:solidFill>
                  <a:schemeClr val="tx1"/>
                </a:solidFill>
                <a:latin typeface="Verdana" pitchFamily="34" charset="0"/>
                <a:ea typeface="+mn-ea"/>
                <a:cs typeface="+mn-cs"/>
              </a:defRPr>
            </a:lvl1pPr>
          </a:lstStyle>
          <a:p>
            <a:r>
              <a:rPr lang="da-DK"/>
              <a:t>20110202</a:t>
            </a:r>
            <a:endParaRPr lang="da-DK" dirty="0"/>
          </a:p>
        </p:txBody>
      </p:sp>
      <p:sp>
        <p:nvSpPr>
          <p:cNvPr id="9" name="Rectangle 20"/>
          <p:cNvSpPr>
            <a:spLocks noGrp="1" noChangeArrowheads="1"/>
          </p:cNvSpPr>
          <p:nvPr>
            <p:ph type="ftr" sz="quarter" idx="3"/>
          </p:nvPr>
        </p:nvSpPr>
        <p:spPr>
          <a:xfrm>
            <a:off x="1169988" y="6448425"/>
            <a:ext cx="7067550" cy="233363"/>
          </a:xfrm>
          <a:prstGeom prst="rect">
            <a:avLst/>
          </a:prstGeom>
        </p:spPr>
        <p:txBody>
          <a:bodyPr lIns="0" tIns="0" rIns="0" bIns="0"/>
          <a:lstStyle>
            <a:lvl1pPr>
              <a:defRPr sz="900"/>
            </a:lvl1pPr>
          </a:lstStyle>
          <a:p>
            <a:r>
              <a:rPr lang="en-US"/>
              <a:t>GloBIZ 2.0 wave 0 roll-out</a:t>
            </a:r>
            <a:endParaRPr lang="da-DK"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lvl1pPr>
              <a:defRPr/>
            </a:lvl1pPr>
          </a:lstStyle>
          <a:p>
            <a:fld id="{C33A9F1D-818C-492D-8052-E644F8D86124}" type="slidenum">
              <a:rPr lang="da-DK"/>
              <a:pPr/>
              <a:t>‹#›</a:t>
            </a:fld>
            <a:endParaRPr lang="da-DK"/>
          </a:p>
        </p:txBody>
      </p:sp>
      <p:sp>
        <p:nvSpPr>
          <p:cNvPr id="6" name="Rectangle 19"/>
          <p:cNvSpPr>
            <a:spLocks noGrp="1" noChangeArrowheads="1"/>
          </p:cNvSpPr>
          <p:nvPr>
            <p:ph type="dt" sz="half" idx="2"/>
          </p:nvPr>
        </p:nvSpPr>
        <p:spPr>
          <a:xfrm>
            <a:off x="347663" y="6446838"/>
            <a:ext cx="795313" cy="228600"/>
          </a:xfrm>
          <a:prstGeom prst="rect">
            <a:avLst/>
          </a:prstGeom>
        </p:spPr>
        <p:txBody>
          <a:bodyPr lIns="0" tIns="0" rIns="0" bIns="0"/>
          <a:lstStyle>
            <a:lvl1pPr algn="l" rtl="0" eaLnBrk="0" fontAlgn="base" hangingPunct="0">
              <a:spcBef>
                <a:spcPct val="20000"/>
              </a:spcBef>
              <a:spcAft>
                <a:spcPct val="0"/>
              </a:spcAft>
              <a:defRPr lang="da-DK" sz="900" kern="1200" smtClean="0">
                <a:solidFill>
                  <a:schemeClr val="tx1"/>
                </a:solidFill>
                <a:latin typeface="Verdana" pitchFamily="34" charset="0"/>
                <a:ea typeface="+mn-ea"/>
                <a:cs typeface="+mn-cs"/>
              </a:defRPr>
            </a:lvl1pPr>
          </a:lstStyle>
          <a:p>
            <a:r>
              <a:rPr lang="da-DK"/>
              <a:t>20110202</a:t>
            </a:r>
            <a:endParaRPr lang="da-DK" dirty="0"/>
          </a:p>
        </p:txBody>
      </p:sp>
      <p:sp>
        <p:nvSpPr>
          <p:cNvPr id="7" name="Rectangle 20"/>
          <p:cNvSpPr>
            <a:spLocks noGrp="1" noChangeArrowheads="1"/>
          </p:cNvSpPr>
          <p:nvPr>
            <p:ph type="ftr" sz="quarter" idx="3"/>
          </p:nvPr>
        </p:nvSpPr>
        <p:spPr>
          <a:xfrm>
            <a:off x="1169988" y="6448425"/>
            <a:ext cx="7067550" cy="233363"/>
          </a:xfrm>
          <a:prstGeom prst="rect">
            <a:avLst/>
          </a:prstGeom>
        </p:spPr>
        <p:txBody>
          <a:bodyPr lIns="0" tIns="0" rIns="0" bIns="0"/>
          <a:lstStyle>
            <a:lvl1pPr>
              <a:defRPr sz="900"/>
            </a:lvl1pPr>
          </a:lstStyle>
          <a:p>
            <a:r>
              <a:rPr lang="en-US"/>
              <a:t>GloBIZ 2.0 wave 0 roll-out</a:t>
            </a:r>
            <a:endParaRPr lang="da-DK"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lvl1pPr>
          </a:lstStyle>
          <a:p>
            <a:fld id="{F4330FF1-E4C2-4104-B14B-6F8AA031F6CF}" type="slidenum">
              <a:rPr lang="da-DK"/>
              <a:pPr/>
              <a:t>‹#›</a:t>
            </a:fld>
            <a:endParaRPr lang="da-DK"/>
          </a:p>
        </p:txBody>
      </p:sp>
      <p:sp>
        <p:nvSpPr>
          <p:cNvPr id="7" name="Rectangle 19"/>
          <p:cNvSpPr>
            <a:spLocks noGrp="1" noChangeArrowheads="1"/>
          </p:cNvSpPr>
          <p:nvPr>
            <p:ph type="dt" sz="half" idx="2"/>
          </p:nvPr>
        </p:nvSpPr>
        <p:spPr>
          <a:xfrm>
            <a:off x="347663" y="6446838"/>
            <a:ext cx="795313" cy="228600"/>
          </a:xfrm>
          <a:prstGeom prst="rect">
            <a:avLst/>
          </a:prstGeom>
        </p:spPr>
        <p:txBody>
          <a:bodyPr lIns="0" tIns="0" rIns="0" bIns="0"/>
          <a:lstStyle>
            <a:lvl1pPr algn="l" rtl="0" eaLnBrk="0" fontAlgn="base" hangingPunct="0">
              <a:spcBef>
                <a:spcPct val="20000"/>
              </a:spcBef>
              <a:spcAft>
                <a:spcPct val="0"/>
              </a:spcAft>
              <a:defRPr lang="da-DK" sz="900" kern="1200" smtClean="0">
                <a:solidFill>
                  <a:schemeClr val="tx1"/>
                </a:solidFill>
                <a:latin typeface="Verdana" pitchFamily="34" charset="0"/>
                <a:ea typeface="+mn-ea"/>
                <a:cs typeface="+mn-cs"/>
              </a:defRPr>
            </a:lvl1pPr>
          </a:lstStyle>
          <a:p>
            <a:r>
              <a:rPr lang="da-DK"/>
              <a:t>20110202</a:t>
            </a:r>
            <a:endParaRPr lang="da-DK" dirty="0"/>
          </a:p>
        </p:txBody>
      </p:sp>
      <p:sp>
        <p:nvSpPr>
          <p:cNvPr id="8" name="Rectangle 20"/>
          <p:cNvSpPr>
            <a:spLocks noGrp="1" noChangeArrowheads="1"/>
          </p:cNvSpPr>
          <p:nvPr>
            <p:ph type="ftr" sz="quarter" idx="3"/>
          </p:nvPr>
        </p:nvSpPr>
        <p:spPr>
          <a:xfrm>
            <a:off x="1169988" y="6448425"/>
            <a:ext cx="7067550" cy="233363"/>
          </a:xfrm>
          <a:prstGeom prst="rect">
            <a:avLst/>
          </a:prstGeom>
        </p:spPr>
        <p:txBody>
          <a:bodyPr lIns="0" tIns="0" rIns="0" bIns="0"/>
          <a:lstStyle>
            <a:lvl1pPr>
              <a:defRPr sz="900"/>
            </a:lvl1pPr>
          </a:lstStyle>
          <a:p>
            <a:r>
              <a:rPr lang="en-US"/>
              <a:t>GloBIZ 2.0 wave 0 roll-out</a:t>
            </a:r>
            <a:endParaRPr lang="da-DK"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Sub-Title and Content">
    <p:spTree>
      <p:nvGrpSpPr>
        <p:cNvPr id="1" name=""/>
        <p:cNvGrpSpPr/>
        <p:nvPr/>
      </p:nvGrpSpPr>
      <p:grpSpPr>
        <a:xfrm>
          <a:off x="0" y="0"/>
          <a:ext cx="0" cy="0"/>
          <a:chOff x="0" y="0"/>
          <a:chExt cx="0" cy="0"/>
        </a:xfrm>
      </p:grpSpPr>
      <p:sp>
        <p:nvSpPr>
          <p:cNvPr id="29" name="Content Placeholder 2"/>
          <p:cNvSpPr>
            <a:spLocks noGrp="1"/>
          </p:cNvSpPr>
          <p:nvPr>
            <p:ph sz="quarter" idx="17"/>
          </p:nvPr>
        </p:nvSpPr>
        <p:spPr>
          <a:xfrm>
            <a:off x="4729404" y="2308390"/>
            <a:ext cx="4141092" cy="4064352"/>
          </a:xfrm>
          <a:prstGeom prst="rect">
            <a:avLst/>
          </a:prstGeom>
          <a:ln>
            <a:solidFill>
              <a:schemeClr val="accent4"/>
            </a:solidFill>
          </a:ln>
        </p:spPr>
        <p:txBody>
          <a:bodyPr/>
          <a:lstStyle>
            <a:lvl1pPr marL="174625" indent="-174625" algn="l" rtl="0" eaLnBrk="0" fontAlgn="base" hangingPunct="0">
              <a:spcBef>
                <a:spcPts val="600"/>
              </a:spcBef>
              <a:spcAft>
                <a:spcPts val="0"/>
              </a:spcAft>
              <a:buClr>
                <a:schemeClr val="accent4"/>
              </a:buClr>
              <a:buFont typeface="Wingdings" pitchFamily="2" charset="2"/>
              <a:buChar char="§"/>
              <a:defRPr lang="en-US" sz="1400" kern="1200" dirty="0" smtClean="0">
                <a:solidFill>
                  <a:schemeClr val="tx1"/>
                </a:solidFill>
                <a:latin typeface="+mn-lt"/>
                <a:ea typeface="+mn-ea"/>
                <a:cs typeface="+mn-cs"/>
              </a:defRPr>
            </a:lvl1pPr>
            <a:lvl2pPr marL="363538" indent="-188913" algn="l" rtl="0" eaLnBrk="0" fontAlgn="base" hangingPunct="0">
              <a:spcBef>
                <a:spcPts val="600"/>
              </a:spcBef>
              <a:spcAft>
                <a:spcPts val="0"/>
              </a:spcAft>
              <a:buClr>
                <a:schemeClr val="accent4"/>
              </a:buClr>
              <a:buFont typeface="Wingdings" pitchFamily="2" charset="2"/>
              <a:buChar char="§"/>
              <a:defRPr lang="en-US" sz="1400" kern="1200" dirty="0" smtClean="0">
                <a:solidFill>
                  <a:schemeClr val="tx1"/>
                </a:solidFill>
                <a:latin typeface="+mn-lt"/>
                <a:ea typeface="+mn-ea"/>
                <a:cs typeface="+mn-cs"/>
              </a:defRPr>
            </a:lvl2pPr>
            <a:lvl3pPr marL="538163" indent="-174625" algn="l" rtl="0" eaLnBrk="0" fontAlgn="base" hangingPunct="0">
              <a:spcBef>
                <a:spcPts val="600"/>
              </a:spcBef>
              <a:spcAft>
                <a:spcPts val="0"/>
              </a:spcAft>
              <a:buClr>
                <a:schemeClr val="accent4"/>
              </a:buClr>
              <a:buFont typeface="Wingdings" pitchFamily="2" charset="2"/>
              <a:buChar char="§"/>
              <a:defRPr lang="en-US" sz="1200" kern="1200" dirty="0" smtClean="0">
                <a:solidFill>
                  <a:schemeClr val="tx1"/>
                </a:solidFill>
                <a:latin typeface="+mn-lt"/>
                <a:ea typeface="+mn-ea"/>
                <a:cs typeface="+mn-cs"/>
              </a:defRPr>
            </a:lvl3pPr>
          </a:lstStyle>
          <a:p>
            <a:pPr lvl="0"/>
            <a:r>
              <a:rPr lang="en-US" dirty="0"/>
              <a:t>Click to edit Master text styles</a:t>
            </a:r>
          </a:p>
          <a:p>
            <a:pPr lvl="1"/>
            <a:r>
              <a:rPr lang="en-US" dirty="0"/>
              <a:t>Second level</a:t>
            </a:r>
          </a:p>
          <a:p>
            <a:pPr lvl="2"/>
            <a:r>
              <a:rPr lang="en-US" dirty="0"/>
              <a:t>Third level</a:t>
            </a:r>
          </a:p>
        </p:txBody>
      </p:sp>
      <p:sp>
        <p:nvSpPr>
          <p:cNvPr id="30" name="Textplatzhalter 6"/>
          <p:cNvSpPr>
            <a:spLocks noGrp="1"/>
          </p:cNvSpPr>
          <p:nvPr>
            <p:ph type="body" sz="quarter" idx="18" hasCustomPrompt="1"/>
            <p:custDataLst>
              <p:tags r:id="rId1"/>
            </p:custDataLst>
          </p:nvPr>
        </p:nvSpPr>
        <p:spPr>
          <a:xfrm>
            <a:off x="4729404" y="1965089"/>
            <a:ext cx="4141092" cy="324498"/>
          </a:xfrm>
          <a:prstGeom prst="rect">
            <a:avLst/>
          </a:prstGeom>
          <a:solidFill>
            <a:schemeClr val="accent4"/>
          </a:solidFill>
          <a:ln w="12700">
            <a:noFill/>
            <a:miter lim="800000"/>
            <a:headEnd/>
            <a:tailEnd/>
          </a:ln>
        </p:spPr>
        <p:txBody>
          <a:bodyPr vert="horz" wrap="square" lIns="46800" tIns="72000" rIns="46800" bIns="36000" numCol="1" anchor="ctr" anchorCtr="0" compatLnSpc="1">
            <a:prstTxWarp prst="textNoShape">
              <a:avLst/>
            </a:prstTxWarp>
            <a:spAutoFit/>
          </a:bodyPr>
          <a:lstStyle>
            <a:lvl1pPr marL="174625" indent="-174625" algn="ctr">
              <a:buNone/>
              <a:defRPr lang="en-US" sz="1400" b="1" dirty="0">
                <a:solidFill>
                  <a:schemeClr val="bg1"/>
                </a:solidFill>
              </a:defRPr>
            </a:lvl1pPr>
          </a:lstStyle>
          <a:p>
            <a:pPr marL="0" lvl="0" indent="0" eaLnBrk="1" hangingPunct="1">
              <a:spcBef>
                <a:spcPts val="800"/>
              </a:spcBef>
              <a:spcAft>
                <a:spcPct val="0"/>
              </a:spcAft>
              <a:buClr>
                <a:schemeClr val="tx1"/>
              </a:buClr>
            </a:pPr>
            <a:r>
              <a:rPr lang="de-DE" dirty="0"/>
              <a:t>Click to insert text</a:t>
            </a:r>
            <a:endParaRPr lang="en-US" dirty="0"/>
          </a:p>
        </p:txBody>
      </p:sp>
      <p:sp>
        <p:nvSpPr>
          <p:cNvPr id="31" name="Content Placeholder 2"/>
          <p:cNvSpPr>
            <a:spLocks noGrp="1"/>
          </p:cNvSpPr>
          <p:nvPr>
            <p:ph sz="quarter" idx="14"/>
          </p:nvPr>
        </p:nvSpPr>
        <p:spPr>
          <a:xfrm>
            <a:off x="246580" y="2309152"/>
            <a:ext cx="4141092" cy="1692000"/>
          </a:xfrm>
          <a:prstGeom prst="rect">
            <a:avLst/>
          </a:prstGeom>
          <a:ln>
            <a:solidFill>
              <a:schemeClr val="accent4"/>
            </a:solidFill>
          </a:ln>
        </p:spPr>
        <p:txBody>
          <a:bodyPr/>
          <a:lstStyle>
            <a:lvl1pPr marL="174625" indent="-174625">
              <a:spcBef>
                <a:spcPts val="600"/>
              </a:spcBef>
              <a:spcAft>
                <a:spcPts val="0"/>
              </a:spcAft>
              <a:buClr>
                <a:schemeClr val="accent4"/>
              </a:buClr>
              <a:buFont typeface="Wingdings" pitchFamily="2" charset="2"/>
              <a:buChar char="§"/>
              <a:defRPr sz="1400"/>
            </a:lvl1pPr>
            <a:lvl2pPr marL="363538" indent="-188913">
              <a:spcBef>
                <a:spcPts val="600"/>
              </a:spcBef>
              <a:spcAft>
                <a:spcPts val="0"/>
              </a:spcAft>
              <a:buClr>
                <a:schemeClr val="accent4"/>
              </a:buClr>
              <a:buFont typeface="Wingdings" pitchFamily="2" charset="2"/>
              <a:buChar char="§"/>
              <a:defRPr/>
            </a:lvl2pPr>
            <a:lvl3pPr marL="538163" indent="-174625">
              <a:spcBef>
                <a:spcPts val="600"/>
              </a:spcBef>
              <a:spcAft>
                <a:spcPts val="0"/>
              </a:spcAft>
              <a:buClr>
                <a:schemeClr val="accent4"/>
              </a:buClr>
              <a:buFont typeface="Wingdings" pitchFamily="2" charset="2"/>
              <a:buChar char="§"/>
              <a:defRPr/>
            </a:lvl3pPr>
          </a:lstStyle>
          <a:p>
            <a:pPr lvl="0"/>
            <a:r>
              <a:rPr lang="en-US" dirty="0"/>
              <a:t>Click to edit Master text styles</a:t>
            </a:r>
          </a:p>
          <a:p>
            <a:pPr lvl="1"/>
            <a:r>
              <a:rPr lang="en-US" dirty="0"/>
              <a:t>Second level</a:t>
            </a:r>
          </a:p>
          <a:p>
            <a:pPr lvl="2"/>
            <a:r>
              <a:rPr lang="en-US" dirty="0"/>
              <a:t>Third level</a:t>
            </a:r>
          </a:p>
        </p:txBody>
      </p:sp>
      <p:sp>
        <p:nvSpPr>
          <p:cNvPr id="32" name="Textplatzhalter 6"/>
          <p:cNvSpPr>
            <a:spLocks noGrp="1"/>
          </p:cNvSpPr>
          <p:nvPr>
            <p:ph type="body" sz="quarter" idx="16" hasCustomPrompt="1"/>
            <p:custDataLst>
              <p:tags r:id="rId2"/>
            </p:custDataLst>
          </p:nvPr>
        </p:nvSpPr>
        <p:spPr>
          <a:xfrm>
            <a:off x="246580" y="1965851"/>
            <a:ext cx="4141092" cy="324498"/>
          </a:xfrm>
          <a:prstGeom prst="rect">
            <a:avLst/>
          </a:prstGeom>
          <a:solidFill>
            <a:schemeClr val="accent4"/>
          </a:solidFill>
          <a:ln w="12700">
            <a:noFill/>
            <a:miter lim="800000"/>
            <a:headEnd/>
            <a:tailEnd/>
          </a:ln>
        </p:spPr>
        <p:txBody>
          <a:bodyPr vert="horz" wrap="square" lIns="46800" tIns="72000" rIns="46800" bIns="36000" numCol="1" anchor="ctr" anchorCtr="0" compatLnSpc="1">
            <a:prstTxWarp prst="textNoShape">
              <a:avLst/>
            </a:prstTxWarp>
            <a:spAutoFit/>
          </a:bodyPr>
          <a:lstStyle>
            <a:lvl1pPr marL="174625" indent="-174625" algn="ctr">
              <a:buNone/>
              <a:defRPr lang="en-US" sz="1400" b="1" dirty="0">
                <a:solidFill>
                  <a:schemeClr val="bg1"/>
                </a:solidFill>
              </a:defRPr>
            </a:lvl1pPr>
          </a:lstStyle>
          <a:p>
            <a:pPr marL="0" lvl="0" indent="0" eaLnBrk="1" hangingPunct="1">
              <a:spcBef>
                <a:spcPts val="800"/>
              </a:spcBef>
              <a:spcAft>
                <a:spcPct val="0"/>
              </a:spcAft>
              <a:buClr>
                <a:schemeClr val="tx1"/>
              </a:buClr>
            </a:pPr>
            <a:r>
              <a:rPr lang="de-DE" dirty="0"/>
              <a:t>Click to insert text</a:t>
            </a:r>
            <a:endParaRPr lang="en-US" dirty="0"/>
          </a:p>
        </p:txBody>
      </p:sp>
      <p:sp>
        <p:nvSpPr>
          <p:cNvPr id="33" name="Content Placeholder 2"/>
          <p:cNvSpPr>
            <a:spLocks noGrp="1"/>
          </p:cNvSpPr>
          <p:nvPr>
            <p:ph sz="quarter" idx="19"/>
          </p:nvPr>
        </p:nvSpPr>
        <p:spPr>
          <a:xfrm>
            <a:off x="251520" y="4676708"/>
            <a:ext cx="4141092" cy="1692000"/>
          </a:xfrm>
          <a:prstGeom prst="rect">
            <a:avLst/>
          </a:prstGeom>
          <a:ln>
            <a:solidFill>
              <a:schemeClr val="accent4"/>
            </a:solidFill>
          </a:ln>
        </p:spPr>
        <p:txBody>
          <a:bodyPr/>
          <a:lstStyle>
            <a:lvl1pPr marL="174625" indent="-174625">
              <a:spcBef>
                <a:spcPts val="600"/>
              </a:spcBef>
              <a:spcAft>
                <a:spcPts val="0"/>
              </a:spcAft>
              <a:buClr>
                <a:schemeClr val="accent4"/>
              </a:buClr>
              <a:buFont typeface="Wingdings" pitchFamily="2" charset="2"/>
              <a:buChar char="§"/>
              <a:defRPr sz="1400"/>
            </a:lvl1pPr>
            <a:lvl2pPr marL="363538" indent="-188913">
              <a:spcBef>
                <a:spcPts val="600"/>
              </a:spcBef>
              <a:spcAft>
                <a:spcPts val="0"/>
              </a:spcAft>
              <a:buClr>
                <a:schemeClr val="accent4"/>
              </a:buClr>
              <a:buFont typeface="Wingdings" pitchFamily="2" charset="2"/>
              <a:buChar char="§"/>
              <a:defRPr/>
            </a:lvl2pPr>
            <a:lvl3pPr marL="538163" indent="-174625">
              <a:spcBef>
                <a:spcPts val="600"/>
              </a:spcBef>
              <a:spcAft>
                <a:spcPts val="0"/>
              </a:spcAft>
              <a:buClr>
                <a:schemeClr val="accent4"/>
              </a:buClr>
              <a:buFont typeface="Wingdings" pitchFamily="2" charset="2"/>
              <a:buChar char="§"/>
              <a:defRPr/>
            </a:lvl3pPr>
          </a:lstStyle>
          <a:p>
            <a:pPr lvl="0"/>
            <a:r>
              <a:rPr lang="en-US" dirty="0"/>
              <a:t>Click to edit Master text styles</a:t>
            </a:r>
          </a:p>
          <a:p>
            <a:pPr lvl="1"/>
            <a:r>
              <a:rPr lang="en-US" dirty="0"/>
              <a:t>Second level</a:t>
            </a:r>
          </a:p>
          <a:p>
            <a:pPr lvl="2"/>
            <a:r>
              <a:rPr lang="en-US" dirty="0"/>
              <a:t>Third level</a:t>
            </a:r>
          </a:p>
        </p:txBody>
      </p:sp>
      <p:sp>
        <p:nvSpPr>
          <p:cNvPr id="34" name="Textplatzhalter 6"/>
          <p:cNvSpPr>
            <a:spLocks noGrp="1"/>
          </p:cNvSpPr>
          <p:nvPr>
            <p:ph type="body" sz="quarter" idx="20" hasCustomPrompt="1"/>
            <p:custDataLst>
              <p:tags r:id="rId3"/>
            </p:custDataLst>
          </p:nvPr>
        </p:nvSpPr>
        <p:spPr>
          <a:xfrm>
            <a:off x="251520" y="4333407"/>
            <a:ext cx="4141092" cy="324498"/>
          </a:xfrm>
          <a:prstGeom prst="rect">
            <a:avLst/>
          </a:prstGeom>
          <a:solidFill>
            <a:schemeClr val="accent4"/>
          </a:solidFill>
          <a:ln w="12700">
            <a:noFill/>
            <a:miter lim="800000"/>
            <a:headEnd/>
            <a:tailEnd/>
          </a:ln>
        </p:spPr>
        <p:txBody>
          <a:bodyPr vert="horz" wrap="square" lIns="46800" tIns="72000" rIns="46800" bIns="36000" numCol="1" anchor="ctr" anchorCtr="0" compatLnSpc="1">
            <a:prstTxWarp prst="textNoShape">
              <a:avLst/>
            </a:prstTxWarp>
            <a:spAutoFit/>
          </a:bodyPr>
          <a:lstStyle>
            <a:lvl1pPr marL="174625" indent="-174625" algn="ctr">
              <a:buNone/>
              <a:defRPr lang="en-US" sz="1400" b="1" dirty="0">
                <a:solidFill>
                  <a:schemeClr val="bg1"/>
                </a:solidFill>
              </a:defRPr>
            </a:lvl1pPr>
          </a:lstStyle>
          <a:p>
            <a:pPr marL="0" lvl="0" indent="0" eaLnBrk="1" hangingPunct="1">
              <a:spcBef>
                <a:spcPts val="800"/>
              </a:spcBef>
              <a:spcAft>
                <a:spcPct val="0"/>
              </a:spcAft>
              <a:buClr>
                <a:schemeClr val="tx1"/>
              </a:buClr>
            </a:pPr>
            <a:r>
              <a:rPr lang="de-DE" dirty="0"/>
              <a:t>Click to insert text</a:t>
            </a:r>
            <a:endParaRPr lang="en-US" dirty="0"/>
          </a:p>
        </p:txBody>
      </p:sp>
      <p:sp>
        <p:nvSpPr>
          <p:cNvPr id="35" name="Textplatzhalter 2"/>
          <p:cNvSpPr>
            <a:spLocks noGrp="1"/>
          </p:cNvSpPr>
          <p:nvPr>
            <p:ph type="body" idx="13" hasCustomPrompt="1"/>
          </p:nvPr>
        </p:nvSpPr>
        <p:spPr>
          <a:xfrm>
            <a:off x="251532" y="1206742"/>
            <a:ext cx="8641655" cy="386054"/>
          </a:xfrm>
          <a:prstGeom prst="rect">
            <a:avLst/>
          </a:prstGeom>
          <a:noFill/>
        </p:spPr>
        <p:txBody>
          <a:bodyPr wrap="square" lIns="0" tIns="72000" rIns="0" bIns="36000">
            <a:spAutoFit/>
          </a:bodyPr>
          <a:lstStyle>
            <a:lvl1pPr marL="176213" indent="-176213" algn="l" rtl="0" eaLnBrk="1" fontAlgn="base" hangingPunct="1">
              <a:spcBef>
                <a:spcPts val="800"/>
              </a:spcBef>
              <a:spcAft>
                <a:spcPct val="0"/>
              </a:spcAft>
              <a:buClr>
                <a:schemeClr val="tx1"/>
              </a:buClr>
              <a:buFontTx/>
              <a:buNone/>
              <a:defRPr lang="de-DE" sz="1800" b="1" cap="all" baseline="0" dirty="0" smtClean="0">
                <a:solidFill>
                  <a:srgbClr val="C00000"/>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176213" lvl="0" indent="-176213" algn="l" rtl="0" eaLnBrk="1" fontAlgn="base" hangingPunct="1">
              <a:spcBef>
                <a:spcPts val="800"/>
              </a:spcBef>
              <a:spcAft>
                <a:spcPct val="0"/>
              </a:spcAft>
              <a:buClr>
                <a:schemeClr val="tx1"/>
              </a:buClr>
              <a:buFontTx/>
              <a:buNone/>
            </a:pPr>
            <a:r>
              <a:rPr lang="de-DE" dirty="0" err="1"/>
              <a:t>Subtitle</a:t>
            </a:r>
            <a:r>
              <a:rPr lang="de-DE" dirty="0"/>
              <a:t> (Capital </a:t>
            </a:r>
            <a:r>
              <a:rPr lang="de-DE" dirty="0" err="1"/>
              <a:t>letters</a:t>
            </a:r>
            <a:r>
              <a:rPr lang="de-DE" dirty="0"/>
              <a:t>)</a:t>
            </a:r>
          </a:p>
        </p:txBody>
      </p:sp>
      <p:sp>
        <p:nvSpPr>
          <p:cNvPr id="36" name="Titel 9"/>
          <p:cNvSpPr>
            <a:spLocks noGrp="1"/>
          </p:cNvSpPr>
          <p:nvPr>
            <p:ph type="title" hasCustomPrompt="1"/>
          </p:nvPr>
        </p:nvSpPr>
        <p:spPr bwMode="auto">
          <a:xfrm>
            <a:off x="251532" y="80630"/>
            <a:ext cx="8641655" cy="1071947"/>
          </a:xfrm>
          <a:prstGeom prst="rect">
            <a:avLst/>
          </a:prstGeom>
        </p:spPr>
        <p:txBody>
          <a:bodyPr/>
          <a:lstStyle>
            <a:lvl1pPr>
              <a:defRPr sz="2400">
                <a:solidFill>
                  <a:schemeClr val="accent4"/>
                </a:solidFill>
              </a:defRPr>
            </a:lvl1pPr>
          </a:lstStyle>
          <a:p>
            <a:r>
              <a:rPr lang="de-DE" dirty="0"/>
              <a:t>Actiontitle</a:t>
            </a:r>
          </a:p>
        </p:txBody>
      </p:sp>
    </p:spTree>
    <p:extLst>
      <p:ext uri="{BB962C8B-B14F-4D97-AF65-F5344CB8AC3E}">
        <p14:creationId xmlns:p14="http://schemas.microsoft.com/office/powerpoint/2010/main" val="3657222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emf"/><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8"/>
            </p:custDataLst>
            <p:extLst>
              <p:ext uri="{D42A27DB-BD31-4B8C-83A1-F6EECF244321}">
                <p14:modId xmlns:p14="http://schemas.microsoft.com/office/powerpoint/2010/main" val="38455698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2" name="Object 1" hidden="1"/>
                      <p:cNvPicPr/>
                      <p:nvPr/>
                    </p:nvPicPr>
                    <p:blipFill>
                      <a:blip r:embed="rId10"/>
                      <a:stretch>
                        <a:fillRect/>
                      </a:stretch>
                    </p:blipFill>
                    <p:spPr>
                      <a:xfrm>
                        <a:off x="1588" y="1588"/>
                        <a:ext cx="1587" cy="1587"/>
                      </a:xfrm>
                      <a:prstGeom prst="rect">
                        <a:avLst/>
                      </a:prstGeom>
                    </p:spPr>
                  </p:pic>
                </p:oleObj>
              </mc:Fallback>
            </mc:AlternateContent>
          </a:graphicData>
        </a:graphic>
      </p:graphicFrame>
      <p:sp>
        <p:nvSpPr>
          <p:cNvPr id="1026" name="Rectangle 2"/>
          <p:cNvSpPr>
            <a:spLocks noGrp="1" noChangeArrowheads="1"/>
          </p:cNvSpPr>
          <p:nvPr>
            <p:ph type="title"/>
          </p:nvPr>
        </p:nvSpPr>
        <p:spPr bwMode="auto">
          <a:xfrm>
            <a:off x="347663" y="168275"/>
            <a:ext cx="7032625" cy="936625"/>
          </a:xfrm>
          <a:prstGeom prst="rect">
            <a:avLst/>
          </a:prstGeom>
          <a:noFill/>
          <a:ln w="9525">
            <a:noFill/>
            <a:miter lim="800000"/>
            <a:headEnd/>
            <a:tailEnd/>
          </a:ln>
          <a:effectLst/>
        </p:spPr>
        <p:txBody>
          <a:bodyPr vert="horz" wrap="square" lIns="0" tIns="0" rIns="0" bIns="36000" numCol="1" anchor="b" anchorCtr="0" compatLnSpc="1">
            <a:prstTxWarp prst="textNoShape">
              <a:avLst/>
            </a:prstTxWarp>
          </a:bodyPr>
          <a:lstStyle/>
          <a:p>
            <a:pPr lvl="0"/>
            <a:r>
              <a:rPr lang="en-US"/>
              <a:t>Klicka här för att ändra format på bakgrundsrubriken</a:t>
            </a:r>
          </a:p>
        </p:txBody>
      </p:sp>
      <p:sp>
        <p:nvSpPr>
          <p:cNvPr id="1027" name="Rectangle 3"/>
          <p:cNvSpPr>
            <a:spLocks noGrp="1" noChangeArrowheads="1"/>
          </p:cNvSpPr>
          <p:nvPr>
            <p:ph type="body" idx="1"/>
          </p:nvPr>
        </p:nvSpPr>
        <p:spPr bwMode="auto">
          <a:xfrm>
            <a:off x="347663" y="1219200"/>
            <a:ext cx="8439150" cy="5105400"/>
          </a:xfrm>
          <a:prstGeom prst="rect">
            <a:avLst/>
          </a:prstGeom>
          <a:noFill/>
          <a:ln w="9525">
            <a:noFill/>
            <a:miter lim="800000"/>
            <a:headEnd/>
            <a:tailEnd/>
          </a:ln>
          <a:effectLst/>
        </p:spPr>
        <p:txBody>
          <a:bodyPr vert="horz" wrap="square" lIns="18000" tIns="0" rIns="0" bIns="0" numCol="1" anchor="t" anchorCtr="0" compatLnSpc="1">
            <a:prstTxWarp prst="textNoShape">
              <a:avLst/>
            </a:prstTxWarp>
          </a:bodyPr>
          <a:lstStyle/>
          <a:p>
            <a:pPr lvl="0"/>
            <a:r>
              <a:rPr lang="en-US" dirty="0" err="1"/>
              <a:t>Klicka</a:t>
            </a:r>
            <a:r>
              <a:rPr lang="en-US" dirty="0"/>
              <a:t> </a:t>
            </a:r>
            <a:r>
              <a:rPr lang="en-US" dirty="0" err="1"/>
              <a:t>här</a:t>
            </a:r>
            <a:r>
              <a:rPr lang="en-US" dirty="0"/>
              <a:t> </a:t>
            </a:r>
            <a:r>
              <a:rPr lang="en-US" dirty="0" err="1"/>
              <a:t>för</a:t>
            </a:r>
            <a:r>
              <a:rPr lang="en-US" dirty="0"/>
              <a:t> </a:t>
            </a:r>
            <a:r>
              <a:rPr lang="en-US" dirty="0" err="1"/>
              <a:t>att</a:t>
            </a:r>
            <a:r>
              <a:rPr lang="en-US" dirty="0"/>
              <a:t> </a:t>
            </a:r>
            <a:r>
              <a:rPr lang="en-US" dirty="0" err="1"/>
              <a:t>ändra</a:t>
            </a:r>
            <a:r>
              <a:rPr lang="en-US" dirty="0"/>
              <a:t> format </a:t>
            </a:r>
            <a:r>
              <a:rPr lang="en-US" dirty="0" err="1"/>
              <a:t>på</a:t>
            </a:r>
            <a:r>
              <a:rPr lang="en-US" dirty="0"/>
              <a:t> </a:t>
            </a:r>
            <a:r>
              <a:rPr lang="en-US" dirty="0" err="1"/>
              <a:t>bakgrundstexten</a:t>
            </a:r>
            <a:endParaRPr lang="en-US" dirty="0"/>
          </a:p>
          <a:p>
            <a:pPr lvl="1"/>
            <a:r>
              <a:rPr lang="en-US" dirty="0" err="1"/>
              <a:t>Nivå</a:t>
            </a:r>
            <a:r>
              <a:rPr lang="en-US" dirty="0"/>
              <a:t> </a:t>
            </a:r>
            <a:r>
              <a:rPr lang="en-US" dirty="0" err="1"/>
              <a:t>två</a:t>
            </a:r>
            <a:endParaRPr lang="en-US" dirty="0"/>
          </a:p>
          <a:p>
            <a:pPr lvl="2"/>
            <a:r>
              <a:rPr lang="en-US" dirty="0" err="1"/>
              <a:t>Nivå</a:t>
            </a:r>
            <a:r>
              <a:rPr lang="en-US" dirty="0"/>
              <a:t> </a:t>
            </a:r>
            <a:r>
              <a:rPr lang="en-US" dirty="0" err="1"/>
              <a:t>tre</a:t>
            </a:r>
            <a:endParaRPr lang="en-US" dirty="0"/>
          </a:p>
          <a:p>
            <a:pPr lvl="3"/>
            <a:r>
              <a:rPr lang="en-US" dirty="0" err="1"/>
              <a:t>Nivå</a:t>
            </a:r>
            <a:r>
              <a:rPr lang="en-US" dirty="0"/>
              <a:t> </a:t>
            </a:r>
            <a:r>
              <a:rPr lang="en-US" dirty="0" err="1"/>
              <a:t>fyra</a:t>
            </a:r>
            <a:endParaRPr lang="en-US" dirty="0"/>
          </a:p>
          <a:p>
            <a:pPr lvl="4"/>
            <a:r>
              <a:rPr lang="en-US" dirty="0" err="1"/>
              <a:t>Nivå</a:t>
            </a:r>
            <a:r>
              <a:rPr lang="en-US" dirty="0"/>
              <a:t> fem</a:t>
            </a:r>
          </a:p>
        </p:txBody>
      </p:sp>
      <p:sp>
        <p:nvSpPr>
          <p:cNvPr id="1071" name="Rectangle 47"/>
          <p:cNvSpPr>
            <a:spLocks noGrp="1" noChangeArrowheads="1"/>
          </p:cNvSpPr>
          <p:nvPr>
            <p:ph type="sldNum" sz="quarter" idx="4"/>
          </p:nvPr>
        </p:nvSpPr>
        <p:spPr bwMode="auto">
          <a:xfrm>
            <a:off x="8488363" y="6450013"/>
            <a:ext cx="298450" cy="21907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r">
              <a:spcBef>
                <a:spcPct val="0"/>
              </a:spcBef>
              <a:defRPr sz="900"/>
            </a:lvl1pPr>
          </a:lstStyle>
          <a:p>
            <a:fld id="{10292E62-ABCD-4E1A-9CD4-1F4D24B7AC5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6" r:id="rId6"/>
  </p:sldLayoutIdLst>
  <p:hf hdr="0"/>
  <p:txStyles>
    <p:titleStyle>
      <a:lvl1pPr algn="l" rtl="0" eaLnBrk="1" fontAlgn="base" hangingPunct="1">
        <a:lnSpc>
          <a:spcPct val="105000"/>
        </a:lnSpc>
        <a:spcBef>
          <a:spcPct val="0"/>
        </a:spcBef>
        <a:spcAft>
          <a:spcPct val="0"/>
        </a:spcAft>
        <a:defRPr sz="2800">
          <a:solidFill>
            <a:schemeClr val="tx1"/>
          </a:solidFill>
          <a:latin typeface="+mj-lt"/>
          <a:ea typeface="+mj-ea"/>
          <a:cs typeface="+mj-cs"/>
        </a:defRPr>
      </a:lvl1pPr>
      <a:lvl2pPr algn="l" rtl="0" eaLnBrk="1" fontAlgn="base" hangingPunct="1">
        <a:lnSpc>
          <a:spcPct val="105000"/>
        </a:lnSpc>
        <a:spcBef>
          <a:spcPct val="0"/>
        </a:spcBef>
        <a:spcAft>
          <a:spcPct val="0"/>
        </a:spcAft>
        <a:defRPr sz="2800">
          <a:solidFill>
            <a:schemeClr val="tx1"/>
          </a:solidFill>
          <a:latin typeface="Verdana" pitchFamily="34" charset="0"/>
        </a:defRPr>
      </a:lvl2pPr>
      <a:lvl3pPr algn="l" rtl="0" eaLnBrk="1" fontAlgn="base" hangingPunct="1">
        <a:lnSpc>
          <a:spcPct val="105000"/>
        </a:lnSpc>
        <a:spcBef>
          <a:spcPct val="0"/>
        </a:spcBef>
        <a:spcAft>
          <a:spcPct val="0"/>
        </a:spcAft>
        <a:defRPr sz="2800">
          <a:solidFill>
            <a:schemeClr val="tx1"/>
          </a:solidFill>
          <a:latin typeface="Verdana" pitchFamily="34" charset="0"/>
        </a:defRPr>
      </a:lvl3pPr>
      <a:lvl4pPr algn="l" rtl="0" eaLnBrk="1" fontAlgn="base" hangingPunct="1">
        <a:lnSpc>
          <a:spcPct val="105000"/>
        </a:lnSpc>
        <a:spcBef>
          <a:spcPct val="0"/>
        </a:spcBef>
        <a:spcAft>
          <a:spcPct val="0"/>
        </a:spcAft>
        <a:defRPr sz="2800">
          <a:solidFill>
            <a:schemeClr val="tx1"/>
          </a:solidFill>
          <a:latin typeface="Verdana" pitchFamily="34" charset="0"/>
        </a:defRPr>
      </a:lvl4pPr>
      <a:lvl5pPr algn="l" rtl="0" eaLnBrk="1" fontAlgn="base" hangingPunct="1">
        <a:lnSpc>
          <a:spcPct val="105000"/>
        </a:lnSpc>
        <a:spcBef>
          <a:spcPct val="0"/>
        </a:spcBef>
        <a:spcAft>
          <a:spcPct val="0"/>
        </a:spcAft>
        <a:defRPr sz="2800">
          <a:solidFill>
            <a:schemeClr val="tx1"/>
          </a:solidFill>
          <a:latin typeface="Verdana" pitchFamily="34" charset="0"/>
        </a:defRPr>
      </a:lvl5pPr>
      <a:lvl6pPr marL="457200" algn="l" rtl="0" eaLnBrk="1" fontAlgn="base" hangingPunct="1">
        <a:lnSpc>
          <a:spcPct val="105000"/>
        </a:lnSpc>
        <a:spcBef>
          <a:spcPct val="0"/>
        </a:spcBef>
        <a:spcAft>
          <a:spcPct val="0"/>
        </a:spcAft>
        <a:defRPr sz="2800">
          <a:solidFill>
            <a:schemeClr val="tx1"/>
          </a:solidFill>
          <a:latin typeface="Verdana" pitchFamily="34" charset="0"/>
        </a:defRPr>
      </a:lvl6pPr>
      <a:lvl7pPr marL="914400" algn="l" rtl="0" eaLnBrk="1" fontAlgn="base" hangingPunct="1">
        <a:lnSpc>
          <a:spcPct val="105000"/>
        </a:lnSpc>
        <a:spcBef>
          <a:spcPct val="0"/>
        </a:spcBef>
        <a:spcAft>
          <a:spcPct val="0"/>
        </a:spcAft>
        <a:defRPr sz="2800">
          <a:solidFill>
            <a:schemeClr val="tx1"/>
          </a:solidFill>
          <a:latin typeface="Verdana" pitchFamily="34" charset="0"/>
        </a:defRPr>
      </a:lvl7pPr>
      <a:lvl8pPr marL="1371600" algn="l" rtl="0" eaLnBrk="1" fontAlgn="base" hangingPunct="1">
        <a:lnSpc>
          <a:spcPct val="105000"/>
        </a:lnSpc>
        <a:spcBef>
          <a:spcPct val="0"/>
        </a:spcBef>
        <a:spcAft>
          <a:spcPct val="0"/>
        </a:spcAft>
        <a:defRPr sz="2800">
          <a:solidFill>
            <a:schemeClr val="tx1"/>
          </a:solidFill>
          <a:latin typeface="Verdana" pitchFamily="34" charset="0"/>
        </a:defRPr>
      </a:lvl8pPr>
      <a:lvl9pPr marL="1828800" algn="l" rtl="0" eaLnBrk="1" fontAlgn="base" hangingPunct="1">
        <a:lnSpc>
          <a:spcPct val="105000"/>
        </a:lnSpc>
        <a:spcBef>
          <a:spcPct val="0"/>
        </a:spcBef>
        <a:spcAft>
          <a:spcPct val="0"/>
        </a:spcAft>
        <a:defRPr sz="2800">
          <a:solidFill>
            <a:schemeClr val="tx1"/>
          </a:solidFill>
          <a:latin typeface="Verdana" pitchFamily="34" charset="0"/>
        </a:defRPr>
      </a:lvl9pPr>
    </p:titleStyle>
    <p:bodyStyle>
      <a:lvl1pPr marL="176213" indent="-176213" algn="l" rtl="0" eaLnBrk="1" fontAlgn="base" hangingPunct="1">
        <a:spcBef>
          <a:spcPct val="20000"/>
        </a:spcBef>
        <a:spcAft>
          <a:spcPct val="0"/>
        </a:spcAft>
        <a:buSzPct val="80000"/>
        <a:buBlip>
          <a:blip r:embed="rId11"/>
        </a:buBlip>
        <a:tabLst>
          <a:tab pos="1274763" algn="l"/>
        </a:tabLst>
        <a:defRPr sz="1800">
          <a:solidFill>
            <a:schemeClr val="tx1"/>
          </a:solidFill>
          <a:latin typeface="+mn-lt"/>
          <a:ea typeface="+mn-ea"/>
          <a:cs typeface="+mn-cs"/>
        </a:defRPr>
      </a:lvl1pPr>
      <a:lvl2pPr marL="354013" indent="-177800" algn="l" rtl="0" eaLnBrk="1" fontAlgn="base" hangingPunct="1">
        <a:spcBef>
          <a:spcPct val="20000"/>
        </a:spcBef>
        <a:spcAft>
          <a:spcPct val="0"/>
        </a:spcAft>
        <a:buSzPct val="80000"/>
        <a:buBlip>
          <a:blip r:embed="rId11"/>
        </a:buBlip>
        <a:tabLst>
          <a:tab pos="1274763" algn="l"/>
        </a:tabLst>
        <a:defRPr sz="1800">
          <a:solidFill>
            <a:schemeClr val="tx1"/>
          </a:solidFill>
          <a:latin typeface="+mn-lt"/>
        </a:defRPr>
      </a:lvl2pPr>
      <a:lvl3pPr marL="530225" indent="-176213" algn="l" rtl="0" eaLnBrk="1" fontAlgn="base" hangingPunct="1">
        <a:spcBef>
          <a:spcPct val="20000"/>
        </a:spcBef>
        <a:spcAft>
          <a:spcPct val="0"/>
        </a:spcAft>
        <a:buSzPct val="80000"/>
        <a:buBlip>
          <a:blip r:embed="rId11"/>
        </a:buBlip>
        <a:tabLst>
          <a:tab pos="1274763" algn="l"/>
        </a:tabLst>
        <a:defRPr sz="1800">
          <a:solidFill>
            <a:schemeClr val="tx1"/>
          </a:solidFill>
          <a:latin typeface="+mn-lt"/>
        </a:defRPr>
      </a:lvl3pPr>
      <a:lvl4pPr marL="722313" indent="-192088" algn="l" rtl="0" eaLnBrk="1" fontAlgn="base" hangingPunct="1">
        <a:spcBef>
          <a:spcPct val="20000"/>
        </a:spcBef>
        <a:spcAft>
          <a:spcPct val="0"/>
        </a:spcAft>
        <a:buSzPct val="80000"/>
        <a:buBlip>
          <a:blip r:embed="rId11"/>
        </a:buBlip>
        <a:tabLst>
          <a:tab pos="1274763" algn="l"/>
        </a:tabLst>
        <a:defRPr sz="1800">
          <a:solidFill>
            <a:schemeClr val="tx1"/>
          </a:solidFill>
          <a:latin typeface="+mn-lt"/>
        </a:defRPr>
      </a:lvl4pPr>
      <a:lvl5pPr marL="900113" indent="-177800" algn="l" rtl="0" eaLnBrk="1" fontAlgn="base" hangingPunct="1">
        <a:spcBef>
          <a:spcPct val="20000"/>
        </a:spcBef>
        <a:spcAft>
          <a:spcPct val="0"/>
        </a:spcAft>
        <a:buSzPct val="80000"/>
        <a:buBlip>
          <a:blip r:embed="rId11"/>
        </a:buBlip>
        <a:tabLst>
          <a:tab pos="1274763" algn="l"/>
        </a:tabLst>
        <a:defRPr sz="1800">
          <a:solidFill>
            <a:schemeClr val="tx1"/>
          </a:solidFill>
          <a:latin typeface="+mn-lt"/>
        </a:defRPr>
      </a:lvl5pPr>
      <a:lvl6pPr marL="1724025" indent="-193675" algn="l" rtl="0" eaLnBrk="1" fontAlgn="base" hangingPunct="1">
        <a:spcBef>
          <a:spcPct val="20000"/>
        </a:spcBef>
        <a:spcAft>
          <a:spcPct val="0"/>
        </a:spcAft>
        <a:buSzPct val="80000"/>
        <a:buBlip>
          <a:blip r:embed="rId11"/>
        </a:buBlip>
        <a:tabLst>
          <a:tab pos="1274763" algn="l"/>
        </a:tabLst>
        <a:defRPr sz="1600">
          <a:solidFill>
            <a:schemeClr val="tx1"/>
          </a:solidFill>
          <a:latin typeface="+mn-lt"/>
        </a:defRPr>
      </a:lvl6pPr>
      <a:lvl7pPr marL="2181225" indent="-193675" algn="l" rtl="0" eaLnBrk="1" fontAlgn="base" hangingPunct="1">
        <a:spcBef>
          <a:spcPct val="20000"/>
        </a:spcBef>
        <a:spcAft>
          <a:spcPct val="0"/>
        </a:spcAft>
        <a:buSzPct val="80000"/>
        <a:buBlip>
          <a:blip r:embed="rId11"/>
        </a:buBlip>
        <a:tabLst>
          <a:tab pos="1274763" algn="l"/>
        </a:tabLst>
        <a:defRPr sz="1600">
          <a:solidFill>
            <a:schemeClr val="tx1"/>
          </a:solidFill>
          <a:latin typeface="+mn-lt"/>
        </a:defRPr>
      </a:lvl7pPr>
      <a:lvl8pPr marL="2638425" indent="-193675" algn="l" rtl="0" eaLnBrk="1" fontAlgn="base" hangingPunct="1">
        <a:spcBef>
          <a:spcPct val="20000"/>
        </a:spcBef>
        <a:spcAft>
          <a:spcPct val="0"/>
        </a:spcAft>
        <a:buSzPct val="80000"/>
        <a:buBlip>
          <a:blip r:embed="rId11"/>
        </a:buBlip>
        <a:tabLst>
          <a:tab pos="1274763" algn="l"/>
        </a:tabLst>
        <a:defRPr sz="1600">
          <a:solidFill>
            <a:schemeClr val="tx1"/>
          </a:solidFill>
          <a:latin typeface="+mn-lt"/>
        </a:defRPr>
      </a:lvl8pPr>
      <a:lvl9pPr marL="3095625" indent="-193675" algn="l" rtl="0" eaLnBrk="1" fontAlgn="base" hangingPunct="1">
        <a:spcBef>
          <a:spcPct val="20000"/>
        </a:spcBef>
        <a:spcAft>
          <a:spcPct val="0"/>
        </a:spcAft>
        <a:buSzPct val="80000"/>
        <a:buBlip>
          <a:blip r:embed="rId11"/>
        </a:buBlip>
        <a:tabLst>
          <a:tab pos="1274763" algn="l"/>
        </a:tabLst>
        <a:defRPr sz="1600">
          <a:solidFill>
            <a:schemeClr val="tx1"/>
          </a:solidFill>
          <a:latin typeface="+mn-lt"/>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6.xml"/><Relationship Id="rId6" Type="http://schemas.openxmlformats.org/officeDocument/2006/relationships/image" Target="../media/image4.jpeg"/><Relationship Id="rId5" Type="http://schemas.openxmlformats.org/officeDocument/2006/relationships/image" Target="../media/image1.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ontent Placeholder 5"/>
          <p:cNvSpPr txBox="1">
            <a:spLocks/>
          </p:cNvSpPr>
          <p:nvPr/>
        </p:nvSpPr>
        <p:spPr>
          <a:xfrm>
            <a:off x="3717725" y="489165"/>
            <a:ext cx="5211589" cy="1574097"/>
          </a:xfrm>
          <a:prstGeom prst="rect">
            <a:avLst/>
          </a:prstGeom>
          <a:solidFill>
            <a:schemeClr val="bg1">
              <a:lumMod val="95000"/>
            </a:schemeClr>
          </a:solidFill>
          <a:ln>
            <a:noFill/>
            <a:headEnd type="none" w="sm" len="sm"/>
            <a:tailEnd type="none" w="sm" len="sm"/>
          </a:ln>
          <a:effectLst>
            <a:outerShdw blurRad="50800" dist="38100" dir="2700000" algn="t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wrap="square" tIns="72000" anchor="t" anchorCtr="0"/>
          <a:lstStyle>
            <a:defPPr>
              <a:defRPr lang="en-US"/>
            </a:defPPr>
            <a:lvl1pPr marL="171450" indent="-171450">
              <a:buFont typeface="Wingdings" pitchFamily="2" charset="2"/>
              <a:buChar char="§"/>
              <a:defRPr sz="1000" b="0">
                <a:solidFill>
                  <a:schemeClr val="lt1"/>
                </a:solidFill>
                <a:latin typeface="Arial" pitchFamily="34" charset="0"/>
                <a:cs typeface="Arial" pitchFamily="34" charset="0"/>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pPr eaLnBrk="0" fontAlgn="base" hangingPunct="0">
              <a:spcBef>
                <a:spcPct val="0"/>
              </a:spcBef>
              <a:spcAft>
                <a:spcPct val="0"/>
              </a:spcAft>
            </a:pPr>
            <a:endParaRPr lang="en-US" dirty="0">
              <a:solidFill>
                <a:prstClr val="white"/>
              </a:solidFill>
            </a:endParaRPr>
          </a:p>
        </p:txBody>
      </p:sp>
      <p:graphicFrame>
        <p:nvGraphicFramePr>
          <p:cNvPr id="8" name="Object 7" hidden="1"/>
          <p:cNvGraphicFramePr>
            <a:graphicFrameLocks noChangeAspect="1"/>
          </p:cNvGraphicFramePr>
          <p:nvPr>
            <p:custDataLst>
              <p:tags r:id="rId1"/>
            </p:custDataLst>
            <p:extLst>
              <p:ext uri="{D42A27DB-BD31-4B8C-83A1-F6EECF244321}">
                <p14:modId xmlns:p14="http://schemas.microsoft.com/office/powerpoint/2010/main" val="21186638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8" name="Object 7"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2" name="Content Placeholder 3"/>
          <p:cNvSpPr>
            <a:spLocks noGrp="1"/>
          </p:cNvSpPr>
          <p:nvPr>
            <p:ph sz="quarter" idx="14"/>
          </p:nvPr>
        </p:nvSpPr>
        <p:spPr>
          <a:xfrm>
            <a:off x="4320889" y="403011"/>
            <a:ext cx="4613331" cy="1089395"/>
          </a:xfrm>
          <a:ln>
            <a:noFill/>
          </a:ln>
        </p:spPr>
        <p:txBody>
          <a:bodyPr/>
          <a:lstStyle/>
          <a:p>
            <a:pPr marL="0" indent="0">
              <a:buNone/>
            </a:pPr>
            <a:r>
              <a:rPr lang="en-US" sz="1000" dirty="0"/>
              <a:t> </a:t>
            </a:r>
          </a:p>
          <a:p>
            <a:pPr marL="0" indent="0">
              <a:buNone/>
            </a:pPr>
            <a:endParaRPr lang="en-US" sz="1000" dirty="0"/>
          </a:p>
        </p:txBody>
      </p:sp>
      <p:sp>
        <p:nvSpPr>
          <p:cNvPr id="20" name="Content Placeholder 5"/>
          <p:cNvSpPr txBox="1">
            <a:spLocks/>
          </p:cNvSpPr>
          <p:nvPr/>
        </p:nvSpPr>
        <p:spPr>
          <a:xfrm>
            <a:off x="3704491" y="2365580"/>
            <a:ext cx="5229729" cy="4398635"/>
          </a:xfrm>
          <a:prstGeom prst="rect">
            <a:avLst/>
          </a:prstGeom>
          <a:solidFill>
            <a:schemeClr val="bg1">
              <a:lumMod val="95000"/>
            </a:schemeClr>
          </a:solidFill>
          <a:ln>
            <a:noFill/>
            <a:headEnd type="none" w="sm" len="sm"/>
            <a:tailEnd type="none" w="sm" len="sm"/>
          </a:ln>
          <a:effectLst>
            <a:outerShdw blurRad="50800" dist="38100" dir="2700000" algn="t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wrap="square" tIns="72000" anchor="t" anchorCtr="0"/>
          <a:lstStyle>
            <a:defPPr>
              <a:defRPr lang="en-US"/>
            </a:defPPr>
            <a:lvl1pPr marL="171450" indent="-171450">
              <a:buFont typeface="Wingdings" pitchFamily="2" charset="2"/>
              <a:buChar char="§"/>
              <a:defRPr sz="1000" b="0">
                <a:solidFill>
                  <a:schemeClr val="lt1"/>
                </a:solidFill>
                <a:latin typeface="Arial" pitchFamily="34" charset="0"/>
                <a:cs typeface="Arial" pitchFamily="34" charset="0"/>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pPr eaLnBrk="0" fontAlgn="base" hangingPunct="0">
              <a:spcBef>
                <a:spcPct val="0"/>
              </a:spcBef>
              <a:spcAft>
                <a:spcPct val="0"/>
              </a:spcAft>
            </a:pPr>
            <a:endParaRPr lang="en-US" dirty="0">
              <a:solidFill>
                <a:prstClr val="white"/>
              </a:solidFill>
            </a:endParaRPr>
          </a:p>
        </p:txBody>
      </p:sp>
      <p:sp>
        <p:nvSpPr>
          <p:cNvPr id="2" name="Content Placeholder 1"/>
          <p:cNvSpPr>
            <a:spLocks noGrp="1"/>
          </p:cNvSpPr>
          <p:nvPr>
            <p:ph sz="quarter" idx="17"/>
          </p:nvPr>
        </p:nvSpPr>
        <p:spPr>
          <a:xfrm>
            <a:off x="3795549" y="2430860"/>
            <a:ext cx="5007257" cy="3020372"/>
          </a:xfrm>
          <a:ln>
            <a:noFill/>
          </a:ln>
        </p:spPr>
        <p:txBody>
          <a:bodyPr/>
          <a:lstStyle/>
          <a:p>
            <a:pPr marL="0" indent="0">
              <a:buNone/>
            </a:pPr>
            <a:r>
              <a:rPr lang="en-US" sz="1000" b="1" dirty="0"/>
              <a:t>Project: </a:t>
            </a:r>
            <a:r>
              <a:rPr lang="en-US" sz="1100" b="1" dirty="0" err="1"/>
              <a:t>eCOA</a:t>
            </a:r>
            <a:r>
              <a:rPr lang="en-US" sz="1100" b="1" dirty="0"/>
              <a:t>(Merck</a:t>
            </a:r>
            <a:r>
              <a:rPr lang="en-US" sz="1100" dirty="0"/>
              <a:t>): Vaccine clinical data exist in both Medidata and Inform and there is dual data entry needed in both systems which is causing inconsistency of the data and loss of the productivity the solution is to leverage automation to reduce manual effort needed for vaccine clinical event data entry on these two applications, Glue job will process , load , submit , logging transactions and error to S3 bucket , AWS Glue ,python used to Create Rest and Soap API calls to Medidata and Inform applications </a:t>
            </a:r>
          </a:p>
          <a:p>
            <a:pPr marL="0" lvl="1" indent="0" eaLnBrk="1" hangingPunct="1">
              <a:lnSpc>
                <a:spcPct val="90000"/>
              </a:lnSpc>
              <a:buNone/>
            </a:pPr>
            <a:r>
              <a:rPr lang="en-US" sz="1100" b="1" dirty="0"/>
              <a:t>DB Migrator(Charles Schwab): </a:t>
            </a:r>
            <a:r>
              <a:rPr lang="en-US" sz="1100" dirty="0"/>
              <a:t>Extracting the data from Teradata and transferring, loading into GCP ,after creating test jobs and scheduling those jobs using control M and first checking these jobs manually after that automating those jobs by Python and validating the logs whether jobs are running successfully or not.</a:t>
            </a:r>
          </a:p>
          <a:p>
            <a:pPr marL="0" lvl="1" indent="0" eaLnBrk="1" hangingPunct="1">
              <a:lnSpc>
                <a:spcPct val="90000"/>
              </a:lnSpc>
              <a:buNone/>
            </a:pPr>
            <a:r>
              <a:rPr lang="en-US" sz="1100" b="1" dirty="0"/>
              <a:t>VCOSMOS(HP Desktop and Laptop): </a:t>
            </a:r>
            <a:r>
              <a:rPr lang="en-US" sz="1100" dirty="0"/>
              <a:t>This project is based on Automation of Acceptance Testing of different features of hp commercial laptop Python Based scripting to validate all the typical features of a hp commercial Laptops. The testing process is done on multiple Laptops/Desktops from remote location. This process is automated using Robot Framework and Python</a:t>
            </a:r>
          </a:p>
          <a:p>
            <a:pPr marL="0" indent="0">
              <a:buNone/>
            </a:pPr>
            <a:endParaRPr lang="en-US" sz="1000" b="1" dirty="0"/>
          </a:p>
          <a:p>
            <a:pPr marL="0" indent="0">
              <a:buNone/>
            </a:pPr>
            <a:endParaRPr lang="en-US" sz="1000" b="1" dirty="0"/>
          </a:p>
          <a:p>
            <a:endParaRPr lang="en-US" sz="1000" dirty="0"/>
          </a:p>
        </p:txBody>
      </p:sp>
      <p:sp>
        <p:nvSpPr>
          <p:cNvPr id="18" name="Content Placeholder 5"/>
          <p:cNvSpPr txBox="1">
            <a:spLocks/>
          </p:cNvSpPr>
          <p:nvPr/>
        </p:nvSpPr>
        <p:spPr>
          <a:xfrm>
            <a:off x="117233" y="2365580"/>
            <a:ext cx="3455844" cy="4398635"/>
          </a:xfrm>
          <a:prstGeom prst="rect">
            <a:avLst/>
          </a:prstGeom>
          <a:solidFill>
            <a:srgbClr val="F2F2F2"/>
          </a:solidFill>
          <a:ln>
            <a:headEnd type="none" w="sm" len="sm"/>
            <a:tailEnd type="none" w="sm" len="sm"/>
          </a:ln>
          <a:effectLst>
            <a:outerShdw blurRad="50800" dist="38100" dir="2700000" algn="t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wrap="square" lIns="91440" tIns="72000" rIns="91440" bIns="45720" anchor="t" anchorCtr="0">
            <a:noAutofit/>
          </a:bodyPr>
          <a:lstStyle>
            <a:defPPr>
              <a:defRPr lang="en-US"/>
            </a:defPPr>
            <a:lvl1pPr marL="171450" indent="-171450">
              <a:buFont typeface="Wingdings" pitchFamily="2" charset="2"/>
              <a:buChar char="§"/>
              <a:defRPr sz="1000" b="0">
                <a:solidFill>
                  <a:schemeClr val="lt1"/>
                </a:solidFill>
                <a:latin typeface="Arial" pitchFamily="34" charset="0"/>
                <a:cs typeface="Arial" pitchFamily="34" charset="0"/>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pPr eaLnBrk="0" fontAlgn="base" hangingPunct="0">
              <a:spcBef>
                <a:spcPct val="0"/>
              </a:spcBef>
            </a:pPr>
            <a:endParaRPr lang="en-US" dirty="0">
              <a:solidFill>
                <a:prstClr val="white"/>
              </a:solidFill>
            </a:endParaRPr>
          </a:p>
        </p:txBody>
      </p:sp>
      <p:sp>
        <p:nvSpPr>
          <p:cNvPr id="6" name="Content Placeholder 5"/>
          <p:cNvSpPr>
            <a:spLocks noGrp="1"/>
          </p:cNvSpPr>
          <p:nvPr>
            <p:ph sz="quarter" idx="19"/>
          </p:nvPr>
        </p:nvSpPr>
        <p:spPr>
          <a:xfrm>
            <a:off x="117221" y="2398762"/>
            <a:ext cx="3294151" cy="4139296"/>
          </a:xfrm>
          <a:ln>
            <a:noFill/>
          </a:ln>
        </p:spPr>
        <p:txBody>
          <a:bodyPr/>
          <a:lstStyle/>
          <a:p>
            <a:r>
              <a:rPr lang="en-US" sz="1000" dirty="0"/>
              <a:t>Nagababu, Application Development Senior Analyst  with total 4.5 years of experience and 3.0 in the IT industry. </a:t>
            </a:r>
          </a:p>
          <a:p>
            <a:r>
              <a:rPr lang="en-US" sz="1000" dirty="0"/>
              <a:t>Experience in multiple technologies (Python, AWS Cloud, SQL SERVER, Jenkins)</a:t>
            </a:r>
          </a:p>
          <a:p>
            <a:r>
              <a:rPr lang="en-US" sz="1000" dirty="0"/>
              <a:t>Involved in agile sprint methodology , UAT, Release and automation </a:t>
            </a:r>
          </a:p>
          <a:p>
            <a:r>
              <a:rPr lang="en-US" sz="1000" dirty="0"/>
              <a:t>Nagababu has good knowledge of Software Development  Life Cycle (SDLC)</a:t>
            </a:r>
            <a:br>
              <a:rPr lang="en-US" sz="1000" dirty="0"/>
            </a:br>
            <a:r>
              <a:rPr lang="en-US" sz="1000" dirty="0"/>
              <a:t>and Software Testing Life Cycle (STLC)</a:t>
            </a:r>
          </a:p>
          <a:p>
            <a:r>
              <a:rPr lang="en-US" sz="1000" dirty="0"/>
              <a:t>Nagababu holds a </a:t>
            </a:r>
            <a:r>
              <a:rPr lang="en-US" sz="1000" b="1" dirty="0"/>
              <a:t>MCA  Degree </a:t>
            </a:r>
          </a:p>
        </p:txBody>
      </p:sp>
      <p:sp>
        <p:nvSpPr>
          <p:cNvPr id="19" name="Content Placeholder 5"/>
          <p:cNvSpPr txBox="1">
            <a:spLocks/>
          </p:cNvSpPr>
          <p:nvPr/>
        </p:nvSpPr>
        <p:spPr>
          <a:xfrm>
            <a:off x="3706001" y="407103"/>
            <a:ext cx="5211589" cy="1574097"/>
          </a:xfrm>
          <a:prstGeom prst="rect">
            <a:avLst/>
          </a:prstGeom>
        </p:spPr>
        <p:txBody>
          <a:bodyPr/>
          <a:lstStyle>
            <a:defPPr>
              <a:defRPr lang="en-US"/>
            </a:defPPr>
            <a:lvl1pPr marL="228600" indent="-228600">
              <a:lnSpc>
                <a:spcPct val="150000"/>
              </a:lnSpc>
              <a:spcBef>
                <a:spcPts val="0"/>
              </a:spcBef>
              <a:buClr>
                <a:srgbClr val="000000"/>
              </a:buClr>
              <a:buSzPct val="100000"/>
              <a:buFont typeface="Arial" charset="0"/>
              <a:buNone/>
              <a:defRPr kumimoji="1" sz="1000" b="1" kern="0">
                <a:solidFill>
                  <a:srgbClr val="6688BB"/>
                </a:solidFill>
                <a:ea typeface="MS PGothic"/>
              </a:defRPr>
            </a:lvl1pPr>
            <a:lvl2pPr marL="88900" lvl="1" indent="-88900">
              <a:spcBef>
                <a:spcPts val="0"/>
              </a:spcBef>
              <a:buClrTx/>
              <a:buSzPct val="100000"/>
              <a:buFont typeface="Wingdings" pitchFamily="2" charset="2"/>
              <a:buChar char="§"/>
              <a:defRPr kumimoji="1" sz="1000" kern="0" baseline="0">
                <a:solidFill>
                  <a:srgbClr val="000000"/>
                </a:solidFill>
                <a:ea typeface="MS PGothic"/>
              </a:defRPr>
            </a:lvl2pPr>
            <a:lvl3pPr marL="538163" indent="-174625">
              <a:spcBef>
                <a:spcPts val="300"/>
              </a:spcBef>
              <a:spcAft>
                <a:spcPts val="300"/>
              </a:spcAft>
              <a:buFont typeface="Arial" charset="0"/>
              <a:buChar char="•"/>
              <a:defRPr sz="1200">
                <a:solidFill>
                  <a:schemeClr val="tx1"/>
                </a:solidFill>
              </a:defRPr>
            </a:lvl3pPr>
            <a:lvl4pPr marL="712788" indent="-174625">
              <a:spcBef>
                <a:spcPts val="300"/>
              </a:spcBef>
              <a:spcAft>
                <a:spcPts val="300"/>
              </a:spcAft>
              <a:buFont typeface="Arial" charset="0"/>
              <a:buNone/>
              <a:defRPr sz="1100">
                <a:solidFill>
                  <a:schemeClr val="tx1"/>
                </a:solidFill>
              </a:defRPr>
            </a:lvl4pPr>
            <a:lvl5pPr marL="901700" indent="-188913">
              <a:spcBef>
                <a:spcPts val="300"/>
              </a:spcBef>
              <a:spcAft>
                <a:spcPts val="300"/>
              </a:spcAft>
              <a:buFont typeface="Arial" charset="0"/>
              <a:buChar char="•"/>
              <a:defRPr sz="1100">
                <a:solidFill>
                  <a:schemeClr val="tx1"/>
                </a:solidFill>
              </a:defRPr>
            </a:lvl5pPr>
            <a:lvl6pPr marL="2514600" indent="-228600">
              <a:spcBef>
                <a:spcPct val="20000"/>
              </a:spcBef>
              <a:buFont typeface="Arial" pitchFamily="34" charset="0"/>
              <a:buChar char="•"/>
              <a:defRPr sz="2000">
                <a:solidFill>
                  <a:schemeClr val="tx1"/>
                </a:solidFill>
              </a:defRPr>
            </a:lvl6pPr>
            <a:lvl7pPr marL="2971800" indent="-228600">
              <a:spcBef>
                <a:spcPct val="20000"/>
              </a:spcBef>
              <a:buFont typeface="Arial" pitchFamily="34" charset="0"/>
              <a:buChar char="•"/>
              <a:defRPr sz="2000">
                <a:solidFill>
                  <a:schemeClr val="tx1"/>
                </a:solidFill>
              </a:defRPr>
            </a:lvl7pPr>
            <a:lvl8pPr marL="3429000" indent="-228600">
              <a:spcBef>
                <a:spcPct val="20000"/>
              </a:spcBef>
              <a:buFont typeface="Arial" pitchFamily="34" charset="0"/>
              <a:buChar char="•"/>
              <a:defRPr sz="2000">
                <a:solidFill>
                  <a:schemeClr val="tx1"/>
                </a:solidFill>
              </a:defRPr>
            </a:lvl8pPr>
            <a:lvl9pPr marL="3886200" indent="-228600">
              <a:spcBef>
                <a:spcPct val="20000"/>
              </a:spcBef>
              <a:buFont typeface="Arial" pitchFamily="34" charset="0"/>
              <a:buChar char="•"/>
              <a:defRPr sz="2000">
                <a:solidFill>
                  <a:schemeClr val="tx1"/>
                </a:solidFill>
              </a:defRPr>
            </a:lvl9pPr>
          </a:lstStyle>
          <a:p>
            <a:endParaRPr lang="en-US" dirty="0"/>
          </a:p>
        </p:txBody>
      </p:sp>
      <p:sp>
        <p:nvSpPr>
          <p:cNvPr id="21" name="Content Placeholder 5"/>
          <p:cNvSpPr txBox="1">
            <a:spLocks/>
          </p:cNvSpPr>
          <p:nvPr/>
        </p:nvSpPr>
        <p:spPr>
          <a:xfrm>
            <a:off x="117232" y="166038"/>
            <a:ext cx="3455844" cy="1810413"/>
          </a:xfrm>
          <a:prstGeom prst="rect">
            <a:avLst/>
          </a:prstGeom>
          <a:solidFill>
            <a:schemeClr val="bg1">
              <a:lumMod val="95000"/>
            </a:schemeClr>
          </a:solidFill>
          <a:ln>
            <a:headEnd type="none" w="sm" len="sm"/>
            <a:tailEnd type="none" w="sm" len="sm"/>
          </a:ln>
          <a:effectLst>
            <a:outerShdw blurRad="50800" dist="38100" dir="2700000" algn="t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wrap="square" tIns="72000" anchor="t" anchorCtr="0"/>
          <a:lstStyle>
            <a:defPPr>
              <a:defRPr lang="en-US"/>
            </a:defPPr>
            <a:lvl1pPr marL="171450" indent="-171450">
              <a:buFont typeface="Wingdings" pitchFamily="2" charset="2"/>
              <a:buChar char="§"/>
              <a:defRPr sz="1000" b="0">
                <a:solidFill>
                  <a:schemeClr val="lt1"/>
                </a:solidFill>
                <a:latin typeface="Arial" pitchFamily="34" charset="0"/>
                <a:cs typeface="Arial" pitchFamily="34" charset="0"/>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pPr eaLnBrk="0" fontAlgn="base" hangingPunct="0">
              <a:spcBef>
                <a:spcPct val="0"/>
              </a:spcBef>
              <a:spcAft>
                <a:spcPct val="0"/>
              </a:spcAft>
            </a:pPr>
            <a:endParaRPr lang="en-US" dirty="0">
              <a:solidFill>
                <a:prstClr val="white"/>
              </a:solidFill>
            </a:endParaRPr>
          </a:p>
        </p:txBody>
      </p:sp>
      <p:sp>
        <p:nvSpPr>
          <p:cNvPr id="3" name="Text Placeholder 2"/>
          <p:cNvSpPr>
            <a:spLocks noGrp="1"/>
          </p:cNvSpPr>
          <p:nvPr>
            <p:ph type="body" sz="quarter" idx="18"/>
          </p:nvPr>
        </p:nvSpPr>
        <p:spPr>
          <a:xfrm>
            <a:off x="3704491" y="2055094"/>
            <a:ext cx="5229729" cy="253890"/>
          </a:xfrm>
          <a:solidFill>
            <a:schemeClr val="accent6">
              <a:lumMod val="50000"/>
            </a:schemeClr>
          </a:solidFill>
          <a:ln w="12700">
            <a:noFill/>
            <a:miter lim="800000"/>
            <a:headEnd type="none" w="sm" len="sm"/>
            <a:tailEnd type="none" w="sm" len="sm"/>
          </a:ln>
          <a:effectLst>
            <a:outerShdw blurRad="50800" dist="38100" dir="2700000" algn="t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vert="horz" wrap="square" lIns="46800" tIns="72000" rIns="46800" bIns="36000" numCol="1" anchor="ctr" anchorCtr="1" compatLnSpc="1">
            <a:prstTxWarp prst="textNoShape">
              <a:avLst/>
            </a:prstTxWarp>
            <a:noAutofit/>
          </a:bodyPr>
          <a:lstStyle/>
          <a:p>
            <a:pPr algn="l">
              <a:spcBef>
                <a:spcPct val="0"/>
              </a:spcBef>
              <a:spcAft>
                <a:spcPct val="0"/>
              </a:spcAft>
            </a:pPr>
            <a:r>
              <a:rPr lang="en-US" sz="1200" dirty="0">
                <a:solidFill>
                  <a:prstClr val="white"/>
                </a:solidFill>
                <a:cs typeface="Arial" pitchFamily="34" charset="0"/>
              </a:rPr>
              <a:t>Project Experience</a:t>
            </a:r>
          </a:p>
        </p:txBody>
      </p:sp>
      <p:sp>
        <p:nvSpPr>
          <p:cNvPr id="7" name="Text Placeholder 6"/>
          <p:cNvSpPr>
            <a:spLocks noGrp="1"/>
          </p:cNvSpPr>
          <p:nvPr>
            <p:ph type="body" sz="quarter" idx="20"/>
          </p:nvPr>
        </p:nvSpPr>
        <p:spPr>
          <a:xfrm>
            <a:off x="117221" y="2055093"/>
            <a:ext cx="3455844" cy="265027"/>
          </a:xfrm>
          <a:solidFill>
            <a:schemeClr val="accent6">
              <a:lumMod val="50000"/>
            </a:schemeClr>
          </a:solidFill>
          <a:ln w="12700">
            <a:noFill/>
            <a:miter lim="800000"/>
            <a:headEnd type="none" w="sm" len="sm"/>
            <a:tailEnd type="none" w="sm" len="sm"/>
          </a:ln>
          <a:effectLst>
            <a:outerShdw blurRad="50800" dist="38100" dir="2700000" algn="t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vert="horz" wrap="square" lIns="46800" tIns="72000" rIns="46800" bIns="36000" numCol="1" anchor="ctr" anchorCtr="1" compatLnSpc="1">
            <a:prstTxWarp prst="textNoShape">
              <a:avLst/>
            </a:prstTxWarp>
            <a:noAutofit/>
          </a:bodyPr>
          <a:lstStyle/>
          <a:p>
            <a:pPr algn="l">
              <a:spcBef>
                <a:spcPct val="0"/>
              </a:spcBef>
              <a:spcAft>
                <a:spcPct val="0"/>
              </a:spcAft>
            </a:pPr>
            <a:r>
              <a:rPr lang="en-US" sz="1200" dirty="0">
                <a:solidFill>
                  <a:prstClr val="white"/>
                </a:solidFill>
                <a:cs typeface="Arial" pitchFamily="34" charset="0"/>
              </a:rPr>
              <a:t>Background</a:t>
            </a:r>
          </a:p>
        </p:txBody>
      </p:sp>
      <p:sp>
        <p:nvSpPr>
          <p:cNvPr id="10" name="Rectangle 9"/>
          <p:cNvSpPr/>
          <p:nvPr/>
        </p:nvSpPr>
        <p:spPr bwMode="auto">
          <a:xfrm>
            <a:off x="117222" y="234781"/>
            <a:ext cx="3611254" cy="1651038"/>
          </a:xfrm>
          <a:prstGeom prst="rect">
            <a:avLst/>
          </a:prstGeom>
          <a:solidFill>
            <a:schemeClr val="bg1"/>
          </a:solidFill>
          <a:ln>
            <a:solidFill>
              <a:schemeClr val="accent6">
                <a:lumMod val="50000"/>
              </a:schemeClr>
            </a:solidFill>
          </a:ln>
          <a:effectLst/>
        </p:spPr>
        <p:txBody>
          <a:bodyPr lIns="72000" tIns="72000" rIns="72000" bIns="72000" anchor="t"/>
          <a:lstStyle/>
          <a:p>
            <a:pPr marL="177800" indent="-173038" fontAlgn="base">
              <a:spcBef>
                <a:spcPts val="600"/>
              </a:spcBef>
              <a:spcAft>
                <a:spcPct val="0"/>
              </a:spcAft>
              <a:buClr>
                <a:srgbClr val="6688BB"/>
              </a:buClr>
              <a:defRPr/>
            </a:pPr>
            <a:endParaRPr lang="en-US" sz="1600" dirty="0">
              <a:solidFill>
                <a:prstClr val="black"/>
              </a:solidFill>
              <a:cs typeface="Arial" charset="0"/>
            </a:endParaRPr>
          </a:p>
        </p:txBody>
      </p:sp>
      <p:sp>
        <p:nvSpPr>
          <p:cNvPr id="12" name="Text Placeholder 20"/>
          <p:cNvSpPr txBox="1">
            <a:spLocks/>
          </p:cNvSpPr>
          <p:nvPr/>
        </p:nvSpPr>
        <p:spPr>
          <a:xfrm>
            <a:off x="1233825" y="459760"/>
            <a:ext cx="2593703" cy="284162"/>
          </a:xfrm>
          <a:prstGeom prst="rect">
            <a:avLst/>
          </a:prstGeom>
        </p:spPr>
        <p:txBody>
          <a:bodyPr/>
          <a:lstStyle>
            <a:lvl1pPr>
              <a:buNone/>
              <a:defRPr sz="1200" b="1"/>
            </a:lvl1pPr>
            <a:lvl2pPr>
              <a:defRPr sz="1100"/>
            </a:lvl2pPr>
            <a:lvl3pPr>
              <a:defRPr sz="1100"/>
            </a:lvl3pPr>
            <a:lvl4pPr>
              <a:defRPr sz="1100"/>
            </a:lvl4pPr>
            <a:lvl5pPr>
              <a:defRPr sz="1100"/>
            </a:lvl5pPr>
          </a:lstStyle>
          <a:p>
            <a:pPr marL="174625" indent="-174625">
              <a:spcBef>
                <a:spcPts val="300"/>
              </a:spcBef>
              <a:spcAft>
                <a:spcPts val="300"/>
              </a:spcAft>
              <a:defRPr/>
            </a:pPr>
            <a:r>
              <a:rPr lang="en-US" sz="1400" dirty="0">
                <a:solidFill>
                  <a:prstClr val="black"/>
                </a:solidFill>
                <a:cs typeface="Arial" charset="0"/>
              </a:rPr>
              <a:t>Name Nagababu Mallela</a:t>
            </a:r>
          </a:p>
          <a:p>
            <a:pPr marL="174625" indent="-174625">
              <a:spcBef>
                <a:spcPts val="300"/>
              </a:spcBef>
              <a:spcAft>
                <a:spcPts val="300"/>
              </a:spcAft>
              <a:defRPr/>
            </a:pPr>
            <a:r>
              <a:rPr lang="en-US" sz="1000" dirty="0"/>
              <a:t>Mobile no: 9538626495</a:t>
            </a:r>
          </a:p>
          <a:p>
            <a:pPr marL="174625" indent="-174625">
              <a:spcBef>
                <a:spcPts val="300"/>
              </a:spcBef>
              <a:spcAft>
                <a:spcPts val="300"/>
              </a:spcAft>
              <a:defRPr/>
            </a:pPr>
            <a:r>
              <a:rPr lang="nb-NO" sz="800" b="0" dirty="0"/>
              <a:t>Application Development Senior Analyst </a:t>
            </a:r>
          </a:p>
          <a:p>
            <a:pPr marL="174625" indent="-174625">
              <a:spcBef>
                <a:spcPts val="300"/>
              </a:spcBef>
              <a:spcAft>
                <a:spcPts val="300"/>
              </a:spcAft>
              <a:defRPr/>
            </a:pPr>
            <a:r>
              <a:rPr lang="en-US" sz="800" b="0" dirty="0"/>
              <a:t>Email id:  Nagababu.mallela@accenture.com</a:t>
            </a:r>
            <a:endParaRPr lang="nb-NO" sz="800" b="0" dirty="0"/>
          </a:p>
        </p:txBody>
      </p:sp>
      <p:sp>
        <p:nvSpPr>
          <p:cNvPr id="13" name="Text Placeholder 22"/>
          <p:cNvSpPr txBox="1">
            <a:spLocks/>
          </p:cNvSpPr>
          <p:nvPr/>
        </p:nvSpPr>
        <p:spPr>
          <a:xfrm>
            <a:off x="1299990" y="535337"/>
            <a:ext cx="3098697" cy="161395"/>
          </a:xfrm>
          <a:prstGeom prst="rect">
            <a:avLst/>
          </a:prstGeom>
        </p:spPr>
        <p:txBody>
          <a:bodyPr/>
          <a:lstStyle>
            <a:lvl1pPr>
              <a:buNone/>
              <a:defRPr sz="1200"/>
            </a:lvl1pPr>
          </a:lstStyle>
          <a:p>
            <a:pPr marL="174625" indent="-174625" eaLnBrk="0" fontAlgn="base" hangingPunct="0">
              <a:spcBef>
                <a:spcPts val="300"/>
              </a:spcBef>
              <a:spcAft>
                <a:spcPts val="300"/>
              </a:spcAft>
              <a:buFont typeface="Arial" charset="0"/>
              <a:buNone/>
              <a:defRPr/>
            </a:pPr>
            <a:endParaRPr lang="en-US" sz="1000" dirty="0">
              <a:solidFill>
                <a:prstClr val="black"/>
              </a:solidFill>
              <a:cs typeface="Arial" charset="0"/>
            </a:endParaRPr>
          </a:p>
        </p:txBody>
      </p:sp>
      <p:sp>
        <p:nvSpPr>
          <p:cNvPr id="23" name="Text Placeholder 4"/>
          <p:cNvSpPr>
            <a:spLocks noGrp="1"/>
          </p:cNvSpPr>
          <p:nvPr>
            <p:ph type="body" sz="quarter" idx="16"/>
          </p:nvPr>
        </p:nvSpPr>
        <p:spPr>
          <a:xfrm>
            <a:off x="3704491" y="166039"/>
            <a:ext cx="5229730" cy="293721"/>
          </a:xfrm>
          <a:solidFill>
            <a:schemeClr val="accent6">
              <a:lumMod val="50000"/>
            </a:schemeClr>
          </a:solidFill>
          <a:ln w="12700">
            <a:noFill/>
            <a:miter lim="800000"/>
            <a:headEnd type="none" w="sm" len="sm"/>
            <a:tailEnd type="none" w="sm" len="sm"/>
          </a:ln>
          <a:effectLst>
            <a:outerShdw blurRad="50800" dist="38100" dir="2700000" algn="tl" rotWithShape="0">
              <a:prstClr val="black">
                <a:alpha val="40000"/>
              </a:prstClr>
            </a:outerShdw>
          </a:effectLst>
        </p:spPr>
        <p:style>
          <a:lnRef idx="0">
            <a:schemeClr val="accent4"/>
          </a:lnRef>
          <a:fillRef idx="3">
            <a:schemeClr val="accent4"/>
          </a:fillRef>
          <a:effectRef idx="3">
            <a:schemeClr val="accent4"/>
          </a:effectRef>
          <a:fontRef idx="minor">
            <a:schemeClr val="lt1"/>
          </a:fontRef>
        </p:style>
        <p:txBody>
          <a:bodyPr vert="horz" wrap="square" lIns="46800" tIns="72000" rIns="46800" bIns="36000" numCol="1" anchor="ctr" anchorCtr="1" compatLnSpc="1">
            <a:prstTxWarp prst="textNoShape">
              <a:avLst/>
            </a:prstTxWarp>
            <a:noAutofit/>
          </a:bodyPr>
          <a:lstStyle/>
          <a:p>
            <a:pPr algn="l">
              <a:spcBef>
                <a:spcPct val="0"/>
              </a:spcBef>
              <a:spcAft>
                <a:spcPct val="0"/>
              </a:spcAft>
            </a:pPr>
            <a:r>
              <a:rPr lang="en-US" sz="1200" dirty="0">
                <a:solidFill>
                  <a:prstClr val="white"/>
                </a:solidFill>
                <a:cs typeface="Arial" pitchFamily="34" charset="0"/>
              </a:rPr>
              <a:t>Expertise</a:t>
            </a:r>
          </a:p>
        </p:txBody>
      </p:sp>
      <p:sp>
        <p:nvSpPr>
          <p:cNvPr id="24" name="Content Placeholder 34"/>
          <p:cNvSpPr txBox="1">
            <a:spLocks/>
          </p:cNvSpPr>
          <p:nvPr/>
        </p:nvSpPr>
        <p:spPr>
          <a:xfrm>
            <a:off x="3745105" y="407102"/>
            <a:ext cx="3721100" cy="1285399"/>
          </a:xfrm>
          <a:prstGeom prst="rect">
            <a:avLst/>
          </a:prstGeom>
          <a:ln>
            <a:noFill/>
          </a:ln>
        </p:spPr>
        <p:txBody>
          <a:bodyPr/>
          <a:lstStyle>
            <a:lvl1pPr marL="174625" indent="-174625" algn="l" rtl="0" eaLnBrk="0" fontAlgn="base" hangingPunct="0">
              <a:spcBef>
                <a:spcPts val="300"/>
              </a:spcBef>
              <a:spcAft>
                <a:spcPts val="300"/>
              </a:spcAft>
              <a:buFont typeface="Arial" charset="0"/>
              <a:buNone/>
              <a:defRPr sz="1200" b="1" kern="1200">
                <a:solidFill>
                  <a:schemeClr val="tx1"/>
                </a:solidFill>
                <a:latin typeface="+mn-lt"/>
                <a:ea typeface="+mn-ea"/>
                <a:cs typeface="+mn-cs"/>
              </a:defRPr>
            </a:lvl1pPr>
            <a:lvl2pPr marL="182563" indent="-182563" algn="l" rtl="0" eaLnBrk="0" fontAlgn="base" hangingPunct="0">
              <a:spcBef>
                <a:spcPts val="300"/>
              </a:spcBef>
              <a:spcAft>
                <a:spcPts val="300"/>
              </a:spcAft>
              <a:buFont typeface="Arial" pitchFamily="34" charset="0"/>
              <a:buChar char="•"/>
              <a:defRPr sz="1100" kern="1200" baseline="0">
                <a:solidFill>
                  <a:schemeClr val="tx1"/>
                </a:solidFill>
                <a:latin typeface="+mn-lt"/>
                <a:ea typeface="+mn-ea"/>
                <a:cs typeface="+mn-cs"/>
              </a:defRPr>
            </a:lvl2pPr>
            <a:lvl3pPr marL="538163" indent="-174625" algn="l" rtl="0" eaLnBrk="0" fontAlgn="base" hangingPunct="0">
              <a:spcBef>
                <a:spcPts val="300"/>
              </a:spcBef>
              <a:spcAft>
                <a:spcPts val="300"/>
              </a:spcAft>
              <a:buFont typeface="Arial" charset="0"/>
              <a:buChar char="•"/>
              <a:defRPr sz="1200" kern="1200">
                <a:solidFill>
                  <a:schemeClr val="tx1"/>
                </a:solidFill>
                <a:latin typeface="+mn-lt"/>
                <a:ea typeface="+mn-ea"/>
                <a:cs typeface="+mn-cs"/>
              </a:defRPr>
            </a:lvl3pPr>
            <a:lvl4pPr marL="712788" indent="-174625" algn="l" rtl="0" eaLnBrk="0" fontAlgn="base" hangingPunct="0">
              <a:spcBef>
                <a:spcPts val="300"/>
              </a:spcBef>
              <a:spcAft>
                <a:spcPts val="300"/>
              </a:spcAft>
              <a:buFont typeface="Arial" charset="0"/>
              <a:buNone/>
              <a:defRPr sz="1100" kern="1200">
                <a:solidFill>
                  <a:schemeClr val="tx1"/>
                </a:solidFill>
                <a:latin typeface="+mn-lt"/>
                <a:ea typeface="+mn-ea"/>
                <a:cs typeface="+mn-cs"/>
              </a:defRPr>
            </a:lvl4pPr>
            <a:lvl5pPr marL="901700" indent="-188913" algn="l" rtl="0" eaLnBrk="0" fontAlgn="base" hangingPunct="0">
              <a:spcBef>
                <a:spcPts val="300"/>
              </a:spcBef>
              <a:spcAft>
                <a:spcPts val="300"/>
              </a:spcAft>
              <a:buFont typeface="Arial" charset="0"/>
              <a:buChar char="•"/>
              <a:defRPr sz="11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600" indent="-228600">
              <a:lnSpc>
                <a:spcPct val="150000"/>
              </a:lnSpc>
              <a:spcBef>
                <a:spcPts val="0"/>
              </a:spcBef>
              <a:spcAft>
                <a:spcPct val="0"/>
              </a:spcAft>
              <a:buClr>
                <a:srgbClr val="000000"/>
              </a:buClr>
              <a:buSzPct val="100000"/>
            </a:pPr>
            <a:r>
              <a:rPr kumimoji="1" lang="en-US" sz="1000" kern="0" dirty="0">
                <a:solidFill>
                  <a:srgbClr val="6688BB"/>
                </a:solidFill>
                <a:ea typeface="MS PGothic"/>
              </a:rPr>
              <a:t>Functional &amp;Technical Skill</a:t>
            </a:r>
          </a:p>
          <a:p>
            <a:pPr marL="88900" lvl="1" indent="-88900">
              <a:spcBef>
                <a:spcPts val="0"/>
              </a:spcBef>
              <a:spcAft>
                <a:spcPct val="0"/>
              </a:spcAft>
              <a:buSzPct val="100000"/>
              <a:buFont typeface="Wingdings" pitchFamily="2" charset="2"/>
              <a:buChar char="§"/>
            </a:pPr>
            <a:r>
              <a:rPr kumimoji="1" lang="en-US" sz="1000" kern="0" dirty="0">
                <a:solidFill>
                  <a:srgbClr val="000000"/>
                </a:solidFill>
                <a:ea typeface="MS PGothic"/>
              </a:rPr>
              <a:t>Python</a:t>
            </a:r>
          </a:p>
          <a:p>
            <a:pPr marL="88900" lvl="1" indent="-88900">
              <a:spcBef>
                <a:spcPts val="0"/>
              </a:spcBef>
              <a:spcAft>
                <a:spcPct val="0"/>
              </a:spcAft>
              <a:buSzPct val="100000"/>
              <a:buFont typeface="Wingdings" pitchFamily="2" charset="2"/>
              <a:buChar char="§"/>
            </a:pPr>
            <a:r>
              <a:rPr kumimoji="1" lang="en-US" sz="1000" kern="0" dirty="0">
                <a:solidFill>
                  <a:srgbClr val="000000"/>
                </a:solidFill>
                <a:ea typeface="MS PGothic"/>
              </a:rPr>
              <a:t>AWS</a:t>
            </a:r>
          </a:p>
          <a:p>
            <a:pPr marL="88900" lvl="1" indent="-88900">
              <a:spcBef>
                <a:spcPts val="0"/>
              </a:spcBef>
              <a:spcAft>
                <a:spcPct val="0"/>
              </a:spcAft>
              <a:buSzPct val="100000"/>
              <a:buFont typeface="Wingdings" pitchFamily="2" charset="2"/>
              <a:buChar char="§"/>
            </a:pPr>
            <a:r>
              <a:rPr kumimoji="1" lang="en-US" sz="1000" kern="0" dirty="0" err="1">
                <a:solidFill>
                  <a:srgbClr val="000000"/>
                </a:solidFill>
                <a:ea typeface="MS PGothic"/>
              </a:rPr>
              <a:t>SQLserver</a:t>
            </a:r>
            <a:endParaRPr kumimoji="1" lang="en-US" sz="1000" kern="0" dirty="0">
              <a:solidFill>
                <a:srgbClr val="000000"/>
              </a:solidFill>
              <a:ea typeface="MS PGothic"/>
            </a:endParaRPr>
          </a:p>
          <a:p>
            <a:pPr marL="88900" lvl="1" indent="-88900">
              <a:spcBef>
                <a:spcPts val="0"/>
              </a:spcBef>
              <a:spcAft>
                <a:spcPct val="0"/>
              </a:spcAft>
              <a:buSzPct val="100000"/>
              <a:buFont typeface="Wingdings" pitchFamily="2" charset="2"/>
              <a:buChar char="§"/>
            </a:pPr>
            <a:r>
              <a:rPr kumimoji="1" lang="en-US" sz="1000" kern="0" dirty="0" err="1">
                <a:solidFill>
                  <a:srgbClr val="000000"/>
                </a:solidFill>
                <a:ea typeface="MS PGothic"/>
              </a:rPr>
              <a:t>GITHub</a:t>
            </a:r>
            <a:endParaRPr kumimoji="1" lang="en-US" sz="1000" kern="0" dirty="0">
              <a:solidFill>
                <a:srgbClr val="000000"/>
              </a:solidFill>
              <a:ea typeface="MS PGothic"/>
            </a:endParaRPr>
          </a:p>
          <a:p>
            <a:pPr marL="88900" lvl="1" indent="-88900">
              <a:spcBef>
                <a:spcPts val="0"/>
              </a:spcBef>
              <a:spcAft>
                <a:spcPct val="0"/>
              </a:spcAft>
              <a:buSzPct val="100000"/>
              <a:buFont typeface="Wingdings" pitchFamily="2" charset="2"/>
              <a:buChar char="§"/>
            </a:pPr>
            <a:r>
              <a:rPr lang="en-GB" sz="1000" dirty="0"/>
              <a:t>Agile Delivery</a:t>
            </a:r>
            <a:r>
              <a:rPr lang="en-US" sz="1000" dirty="0"/>
              <a:t> </a:t>
            </a:r>
          </a:p>
          <a:p>
            <a:pPr marL="88900" lvl="1" indent="-88900">
              <a:spcBef>
                <a:spcPts val="0"/>
              </a:spcBef>
              <a:spcAft>
                <a:spcPct val="0"/>
              </a:spcAft>
              <a:buSzPct val="100000"/>
              <a:buFont typeface="Wingdings" pitchFamily="2" charset="2"/>
              <a:buChar char="§"/>
            </a:pPr>
            <a:r>
              <a:rPr lang="en-US" sz="1000" dirty="0"/>
              <a:t>JIRA/Confluence</a:t>
            </a:r>
          </a:p>
          <a:p>
            <a:pPr marL="0" lvl="1" indent="0">
              <a:spcBef>
                <a:spcPts val="0"/>
              </a:spcBef>
              <a:spcAft>
                <a:spcPct val="0"/>
              </a:spcAft>
              <a:buSzPct val="100000"/>
              <a:buNone/>
            </a:pPr>
            <a:endParaRPr kumimoji="1" lang="en-US" sz="1000" kern="0" dirty="0">
              <a:solidFill>
                <a:srgbClr val="000000"/>
              </a:solidFill>
              <a:ea typeface="MS PGothic"/>
            </a:endParaRPr>
          </a:p>
        </p:txBody>
      </p:sp>
      <p:sp>
        <p:nvSpPr>
          <p:cNvPr id="27" name="Content Placeholder 34"/>
          <p:cNvSpPr txBox="1">
            <a:spLocks/>
          </p:cNvSpPr>
          <p:nvPr/>
        </p:nvSpPr>
        <p:spPr>
          <a:xfrm>
            <a:off x="6698835" y="407103"/>
            <a:ext cx="2218755" cy="1116124"/>
          </a:xfrm>
          <a:prstGeom prst="rect">
            <a:avLst/>
          </a:prstGeom>
        </p:spPr>
        <p:txBody>
          <a:bodyPr/>
          <a:lstStyle>
            <a:defPPr>
              <a:defRPr lang="de-DE"/>
            </a:defPPr>
            <a:lvl1pPr marL="228600" indent="-228600" eaLnBrk="0" hangingPunct="0">
              <a:spcBef>
                <a:spcPts val="0"/>
              </a:spcBef>
              <a:buClr>
                <a:srgbClr val="000000"/>
              </a:buClr>
              <a:buSzPct val="100000"/>
              <a:buFont typeface="Arial" charset="0"/>
              <a:buNone/>
              <a:defRPr kumimoji="1" sz="1000" b="1" kern="0">
                <a:solidFill>
                  <a:srgbClr val="000000"/>
                </a:solidFill>
                <a:latin typeface="+mn-lt"/>
                <a:ea typeface="MS PGothic"/>
                <a:cs typeface="+mn-cs"/>
              </a:defRPr>
            </a:lvl1pPr>
            <a:lvl2pPr marL="182563" lvl="1" indent="-182563" eaLnBrk="0" hangingPunct="0">
              <a:spcBef>
                <a:spcPts val="0"/>
              </a:spcBef>
              <a:buClr>
                <a:schemeClr val="accent4"/>
              </a:buClr>
              <a:buSzPct val="100000"/>
              <a:buFont typeface="Wingdings" pitchFamily="2" charset="2"/>
              <a:buChar char="§"/>
              <a:defRPr kumimoji="1" sz="1000" kern="0" baseline="0">
                <a:solidFill>
                  <a:srgbClr val="000000"/>
                </a:solidFill>
                <a:latin typeface="+mn-lt"/>
                <a:ea typeface="MS PGothic"/>
                <a:cs typeface="+mn-cs"/>
              </a:defRPr>
            </a:lvl2pPr>
            <a:lvl3pPr marL="538163" indent="-174625" eaLnBrk="0" hangingPunct="0">
              <a:spcBef>
                <a:spcPts val="300"/>
              </a:spcBef>
              <a:spcAft>
                <a:spcPts val="300"/>
              </a:spcAft>
              <a:buFont typeface="Arial" charset="0"/>
              <a:buChar char="•"/>
              <a:defRPr sz="1200">
                <a:latin typeface="+mn-lt"/>
                <a:cs typeface="+mn-cs"/>
              </a:defRPr>
            </a:lvl3pPr>
            <a:lvl4pPr marL="712788" indent="-174625" eaLnBrk="0" hangingPunct="0">
              <a:spcBef>
                <a:spcPts val="300"/>
              </a:spcBef>
              <a:spcAft>
                <a:spcPts val="300"/>
              </a:spcAft>
              <a:buFont typeface="Arial" charset="0"/>
              <a:buNone/>
              <a:defRPr sz="1100">
                <a:latin typeface="+mn-lt"/>
                <a:cs typeface="+mn-cs"/>
              </a:defRPr>
            </a:lvl4pPr>
            <a:lvl5pPr marL="901700" indent="-188913" eaLnBrk="0" hangingPunct="0">
              <a:spcBef>
                <a:spcPts val="300"/>
              </a:spcBef>
              <a:spcAft>
                <a:spcPts val="300"/>
              </a:spcAft>
              <a:buFont typeface="Arial" charset="0"/>
              <a:buChar char="•"/>
              <a:defRPr sz="1100">
                <a:latin typeface="+mn-lt"/>
                <a:cs typeface="+mn-cs"/>
              </a:defRPr>
            </a:lvl5pPr>
            <a:lvl6pPr marL="2514600" indent="-228600">
              <a:spcBef>
                <a:spcPct val="20000"/>
              </a:spcBef>
              <a:buFont typeface="Arial" pitchFamily="34" charset="0"/>
              <a:buChar char="•"/>
              <a:defRPr sz="2000">
                <a:latin typeface="+mn-lt"/>
                <a:cs typeface="+mn-cs"/>
              </a:defRPr>
            </a:lvl6pPr>
            <a:lvl7pPr marL="2971800" indent="-228600">
              <a:spcBef>
                <a:spcPct val="20000"/>
              </a:spcBef>
              <a:buFont typeface="Arial" pitchFamily="34" charset="0"/>
              <a:buChar char="•"/>
              <a:defRPr sz="2000">
                <a:latin typeface="+mn-lt"/>
                <a:cs typeface="+mn-cs"/>
              </a:defRPr>
            </a:lvl7pPr>
            <a:lvl8pPr marL="3429000" indent="-228600">
              <a:spcBef>
                <a:spcPct val="20000"/>
              </a:spcBef>
              <a:buFont typeface="Arial" pitchFamily="34" charset="0"/>
              <a:buChar char="•"/>
              <a:defRPr sz="2000">
                <a:latin typeface="+mn-lt"/>
                <a:cs typeface="+mn-cs"/>
              </a:defRPr>
            </a:lvl8pPr>
            <a:lvl9pPr marL="3886200" indent="-228600">
              <a:spcBef>
                <a:spcPct val="20000"/>
              </a:spcBef>
              <a:buFont typeface="Arial" pitchFamily="34" charset="0"/>
              <a:buChar char="•"/>
              <a:defRPr sz="2000">
                <a:latin typeface="+mn-lt"/>
                <a:cs typeface="+mn-cs"/>
              </a:defRPr>
            </a:lvl9pPr>
          </a:lstStyle>
          <a:p>
            <a:pPr fontAlgn="base">
              <a:lnSpc>
                <a:spcPct val="150000"/>
              </a:lnSpc>
              <a:spcAft>
                <a:spcPct val="0"/>
              </a:spcAft>
            </a:pPr>
            <a:r>
              <a:rPr lang="en-US" dirty="0">
                <a:solidFill>
                  <a:srgbClr val="6688BB"/>
                </a:solidFill>
              </a:rPr>
              <a:t>Industries Experience</a:t>
            </a:r>
          </a:p>
          <a:p>
            <a:pPr marL="88900" lvl="1" indent="-88900">
              <a:buClrTx/>
            </a:pPr>
            <a:r>
              <a:rPr lang="en-US" dirty="0"/>
              <a:t>Health and Public sector</a:t>
            </a:r>
          </a:p>
          <a:p>
            <a:pPr marL="88900" lvl="1" indent="-88900">
              <a:buClrTx/>
            </a:pPr>
            <a:r>
              <a:rPr lang="en-US" dirty="0"/>
              <a:t>Desktop and Laptop</a:t>
            </a:r>
          </a:p>
          <a:p>
            <a:pPr marL="88900" lvl="1" indent="-88900">
              <a:buClrTx/>
            </a:pPr>
            <a:r>
              <a:rPr lang="en-US" dirty="0"/>
              <a:t>Servers</a:t>
            </a:r>
          </a:p>
          <a:p>
            <a:pPr marL="88900" lvl="1" indent="-88900">
              <a:buClrTx/>
            </a:pPr>
            <a:r>
              <a:rPr lang="en-US" dirty="0"/>
              <a:t>Banking </a:t>
            </a:r>
          </a:p>
          <a:p>
            <a:pPr marL="0" lvl="1" indent="0">
              <a:buClrTx/>
              <a:buNone/>
            </a:pPr>
            <a:endParaRPr lang="en-US" dirty="0"/>
          </a:p>
          <a:p>
            <a:pPr marL="88900" lvl="1" indent="-88900" fontAlgn="base">
              <a:spcAft>
                <a:spcPct val="0"/>
              </a:spcAft>
              <a:buClrTx/>
            </a:pPr>
            <a:endParaRPr lang="en-US" dirty="0"/>
          </a:p>
        </p:txBody>
      </p:sp>
      <p:pic>
        <p:nvPicPr>
          <p:cNvPr id="4" name="Picture 3"/>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334703" y="489165"/>
            <a:ext cx="847725" cy="847725"/>
          </a:xfrm>
          <a:prstGeom prst="rect">
            <a:avLst/>
          </a:prstGeom>
        </p:spPr>
      </p:pic>
    </p:spTree>
    <p:extLst>
      <p:ext uri="{BB962C8B-B14F-4D97-AF65-F5344CB8AC3E}">
        <p14:creationId xmlns:p14="http://schemas.microsoft.com/office/powerpoint/2010/main" val="17193718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 reqver=&quot;21047&quot;&gt;&lt;version val=&quot;23254&quot;/&gt;&lt;CPresentation id=&quot;1&quot;&gt;&lt;m_precDefaultNumber/&gt;&lt;m_precDefaultPercent/&gt;&lt;m_precDefaultDate/&gt;&lt;m_precDefaultYear/&gt;&lt;m_precDefaultQuarter&gt;&lt;m_bNumberIsYear val=&quot;0&quot;/&gt;&lt;m_strFormatTime&gt;Q%5&lt;/m_strFormatTime&gt;&lt;/m_precDefaultQuarter&gt;&lt;m_precDefaultMonth/&gt;&lt;m_precDefaultWeek&gt;&lt;m_bNumberIsYear val=&quot;0&quot;/&gt;&lt;m_strFormatTime&gt;%4&lt;/m_strFormatTime&gt;&lt;/m_precDefaultWeek&gt;&lt;m_precDefaultDay&gt;&lt;m_bNumberIsYear val=&quot;0&quot;/&gt;&lt;m_strFormatTime&gt;%#d&lt;/m_strFormatTime&gt;&lt;/m_precDefaultDay&gt;&lt;m_mruColor&gt;&lt;m_vecMRU length=&quot;0&quot;/&gt;&lt;/m_mruColor&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usjPXrJdT0en2WN4xG19p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usjPXrJdT0en2WN4xG19p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usjPXrJdT0en2WN4xG19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lank">
  <a:themeElements>
    <a:clrScheme name="VELUX 8">
      <a:dk1>
        <a:srgbClr val="000000"/>
      </a:dk1>
      <a:lt1>
        <a:srgbClr val="FFFFFF"/>
      </a:lt1>
      <a:dk2>
        <a:srgbClr val="000000"/>
      </a:dk2>
      <a:lt2>
        <a:srgbClr val="737371"/>
      </a:lt2>
      <a:accent1>
        <a:srgbClr val="FF0000"/>
      </a:accent1>
      <a:accent2>
        <a:srgbClr val="A9CAE4"/>
      </a:accent2>
      <a:accent3>
        <a:srgbClr val="FFFFFF"/>
      </a:accent3>
      <a:accent4>
        <a:srgbClr val="000000"/>
      </a:accent4>
      <a:accent5>
        <a:srgbClr val="FFAAAA"/>
      </a:accent5>
      <a:accent6>
        <a:srgbClr val="99B7CF"/>
      </a:accent6>
      <a:hlink>
        <a:srgbClr val="C4C4C2"/>
      </a:hlink>
      <a:folHlink>
        <a:srgbClr val="E0E0DD"/>
      </a:folHlink>
    </a:clrScheme>
    <a:fontScheme name="VELUX">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2"/>
        </a:solidFill>
        <a:ln w="9525" cap="flat" cmpd="sng" algn="ctr">
          <a:solidFill>
            <a:schemeClr val="tx2"/>
          </a:solidFill>
          <a:prstDash val="solid"/>
          <a:round/>
          <a:headEnd type="none" w="med" len="med"/>
          <a:tailEnd type="none" w="med" len="med"/>
        </a:ln>
        <a:effectLst/>
      </a:spPr>
      <a:bodyPr vert="horz" wrap="square" lIns="0" tIns="0" rIns="0" bIns="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2"/>
        </a:solidFill>
        <a:ln w="9525" cap="flat" cmpd="sng" algn="ctr">
          <a:solidFill>
            <a:schemeClr val="tx2"/>
          </a:solidFill>
          <a:prstDash val="solid"/>
          <a:round/>
          <a:headEnd type="none" w="med" len="med"/>
          <a:tailEnd type="none" w="med" len="med"/>
        </a:ln>
        <a:effectLst/>
      </a:spPr>
      <a:bodyPr vert="horz" wrap="square" lIns="0" tIns="0" rIns="0" bIns="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txDef>
      <a:spPr>
        <a:noFill/>
      </a:spPr>
      <a:bodyPr wrap="square" lIns="0" tIns="0" rIns="0" bIns="0" rtlCol="0">
        <a:spAutoFit/>
      </a:bodyPr>
      <a:lstStyle>
        <a:defPPr>
          <a:defRPr dirty="0"/>
        </a:defPPr>
      </a:lstStyle>
    </a:txDef>
  </a:objectDefaults>
  <a:extraClrSchemeLst>
    <a:extraClrScheme>
      <a:clrScheme name="VELUX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ELUX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VELUX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ELUX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ELUX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ELUX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VELUX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VELUX 8">
        <a:dk1>
          <a:srgbClr val="000000"/>
        </a:dk1>
        <a:lt1>
          <a:srgbClr val="FFFFFF"/>
        </a:lt1>
        <a:dk2>
          <a:srgbClr val="000000"/>
        </a:dk2>
        <a:lt2>
          <a:srgbClr val="737371"/>
        </a:lt2>
        <a:accent1>
          <a:srgbClr val="FF0000"/>
        </a:accent1>
        <a:accent2>
          <a:srgbClr val="A9CAE4"/>
        </a:accent2>
        <a:accent3>
          <a:srgbClr val="FFFFFF"/>
        </a:accent3>
        <a:accent4>
          <a:srgbClr val="000000"/>
        </a:accent4>
        <a:accent5>
          <a:srgbClr val="FFAAAA"/>
        </a:accent5>
        <a:accent6>
          <a:srgbClr val="99B7CF"/>
        </a:accent6>
        <a:hlink>
          <a:srgbClr val="C4C4C2"/>
        </a:hlink>
        <a:folHlink>
          <a:srgbClr val="E0E0D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C3B53A28E8E6C46A8FFBA93AB9EB4DB" ma:contentTypeVersion="8" ma:contentTypeDescription="Create a new document." ma:contentTypeScope="" ma:versionID="a03f479480917c68c918320e64e65c26">
  <xsd:schema xmlns:xsd="http://www.w3.org/2001/XMLSchema" xmlns:xs="http://www.w3.org/2001/XMLSchema" xmlns:p="http://schemas.microsoft.com/office/2006/metadata/properties" xmlns:ns1="http://schemas.microsoft.com/sharepoint/v3" xmlns:ns2="097503a4-1a27-489f-9712-78a35ce29666" targetNamespace="http://schemas.microsoft.com/office/2006/metadata/properties" ma:root="true" ma:fieldsID="67c2da403e108bf82021e64054aea291" ns1:_="" ns2:_="">
    <xsd:import namespace="http://schemas.microsoft.com/sharepoint/v3"/>
    <xsd:import namespace="097503a4-1a27-489f-9712-78a35ce29666"/>
    <xsd:element name="properties">
      <xsd:complexType>
        <xsd:sequence>
          <xsd:element name="documentManagement">
            <xsd:complexType>
              <xsd:all>
                <xsd:element ref="ns2:_dlc_DocId" minOccurs="0"/>
                <xsd:element ref="ns2:_dlc_DocIdUrl" minOccurs="0"/>
                <xsd:element ref="ns2:_dlc_DocIdPersistId" minOccurs="0"/>
                <xsd:element ref="ns1:PublishingStartDate" minOccurs="0"/>
                <xsd:element ref="ns1:PublishingExpirationDate" minOccurs="0"/>
                <xsd:element ref="ns2:SharedWithUsers" minOccurs="0"/>
                <xsd:element ref="ns2:SharingHintHash"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7"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8"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97503a4-1a27-489f-9712-78a35ce29666" elementFormDefault="qualified">
    <xsd:import namespace="http://schemas.microsoft.com/office/2006/documentManagement/types"/>
    <xsd:import namespace="http://schemas.microsoft.com/office/infopath/2007/PartnerControls"/>
    <xsd:element name="_dlc_DocId" ma:index="4" nillable="true" ma:displayName="Document ID Value" ma:description="The value of the document ID assigned to this item." ma:internalName="_dlc_DocId" ma:readOnly="true">
      <xsd:simpleType>
        <xsd:restriction base="dms:Text"/>
      </xsd:simpleType>
    </xsd:element>
    <xsd:element name="_dlc_DocIdUrl" ma:index="5"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6" nillable="true" ma:displayName="Persist ID" ma:description="Keep ID on add." ma:hidden="true" ma:internalName="_dlc_DocIdPersistId" ma:readOnly="true">
      <xsd:simpleType>
        <xsd:restriction base="dms:Boolean"/>
      </xsd:simpleType>
    </xsd:element>
    <xsd:element name="SharedWithUsers" ma:index="13" nillable="true" ma:displayName="Shared With" ma:SearchPeopleOnly="false" ma:SharePointGroup="0" ma:internalName="SharedWithUsers" ma:readOnly="true"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14" nillable="true" ma:displayName="Sharing Hint Hash" ma:internalName="SharingHintHash" ma:readOnly="true">
      <xsd:simpleType>
        <xsd:restriction base="dms:Text"/>
      </xsd:simple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9"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097503a4-1a27-489f-9712-78a35ce29666">W3ND25HCKDEE-3-77</_dlc_DocId>
    <_dlc_DocIdUrl xmlns="097503a4-1a27-489f-9712-78a35ce29666">
      <Url>https://velux.sharepoint.com/sites/PLM/_layouts/15/DocIdRedir.aspx?ID=W3ND25HCKDEE-3-77</Url>
      <Description>W3ND25HCKDEE-3-77</Description>
    </_dlc_DocIdUrl>
    <SharedWithUsers xmlns="097503a4-1a27-489f-9712-78a35ce29666">
      <UserInfo>
        <DisplayName/>
        <AccountId xsi:nil="true"/>
        <AccountType/>
      </UserInfo>
    </SharedWithUsers>
  </documentManagement>
</p:properties>
</file>

<file path=customXml/itemProps1.xml><?xml version="1.0" encoding="utf-8"?>
<ds:datastoreItem xmlns:ds="http://schemas.openxmlformats.org/officeDocument/2006/customXml" ds:itemID="{79211F8C-8754-4BFE-992E-6094B1BD9C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7503a4-1a27-489f-9712-78a35ce2966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0E5F1F2-360E-4F5D-9882-F3E785657DEE}">
  <ds:schemaRefs>
    <ds:schemaRef ds:uri="http://schemas.microsoft.com/sharepoint/events"/>
  </ds:schemaRefs>
</ds:datastoreItem>
</file>

<file path=customXml/itemProps3.xml><?xml version="1.0" encoding="utf-8"?>
<ds:datastoreItem xmlns:ds="http://schemas.openxmlformats.org/officeDocument/2006/customXml" ds:itemID="{6F3D3F65-210B-424A-B735-C207C56C0F6E}">
  <ds:schemaRefs>
    <ds:schemaRef ds:uri="http://schemas.microsoft.com/sharepoint/v3/contenttype/forms"/>
  </ds:schemaRefs>
</ds:datastoreItem>
</file>

<file path=customXml/itemProps4.xml><?xml version="1.0" encoding="utf-8"?>
<ds:datastoreItem xmlns:ds="http://schemas.openxmlformats.org/officeDocument/2006/customXml" ds:itemID="{638AA4EC-54BD-4DE6-8418-54559EF4EC73}">
  <ds:schemaRefs>
    <ds:schemaRef ds:uri="http://schemas.microsoft.com/office/2006/metadata/properties"/>
    <ds:schemaRef ds:uri="http://schemas.microsoft.com/office/infopath/2007/PartnerControls"/>
    <ds:schemaRef ds:uri="http://schemas.microsoft.com/sharepoint/v3"/>
    <ds:schemaRef ds:uri="097503a4-1a27-489f-9712-78a35ce29666"/>
  </ds:schemaRefs>
</ds:datastoreItem>
</file>

<file path=docProps/app.xml><?xml version="1.0" encoding="utf-8"?>
<Properties xmlns="http://schemas.openxmlformats.org/officeDocument/2006/extended-properties" xmlns:vt="http://schemas.openxmlformats.org/officeDocument/2006/docPropsVTypes">
  <Template>blank</Template>
  <TotalTime>804</TotalTime>
  <Words>331</Words>
  <Application>Microsoft Office PowerPoint</Application>
  <PresentationFormat>On-screen Show (4:3)</PresentationFormat>
  <Paragraphs>31</Paragraphs>
  <Slides>1</Slides>
  <Notes>1</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6" baseType="lpstr">
      <vt:lpstr>Arial</vt:lpstr>
      <vt:lpstr>Verdana</vt:lpstr>
      <vt:lpstr>Wingdings</vt:lpstr>
      <vt:lpstr>blank</vt:lpstr>
      <vt:lpstr>think-cell Slide</vt:lpstr>
      <vt:lpstr>PowerPoint Presentation</vt:lpstr>
    </vt:vector>
  </TitlesOfParts>
  <Company>VELUX 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PLM Org, Roles and Gov</dc:title>
  <dc:creator>SOI.FGR</dc:creator>
  <cp:lastModifiedBy>Mallela, Nagababu</cp:lastModifiedBy>
  <cp:revision>260</cp:revision>
  <cp:lastPrinted>2019-05-16T10:30:50Z</cp:lastPrinted>
  <dcterms:created xsi:type="dcterms:W3CDTF">2011-01-24T14:50:13Z</dcterms:created>
  <dcterms:modified xsi:type="dcterms:W3CDTF">2022-06-08T08:42:28Z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0x0101009C3B53A28E8E6C46A8FFBA93AB9EB4DB</vt:lpwstr>
  </property>
  <property fmtid="{D5CDD505-2E9C-101B-9397-08002B2CF9AE}" pid="4" name="_dlc_DocIdItemGuid">
    <vt:lpwstr>b33d15a8-4a4f-4407-a63b-007e46c94b65</vt:lpwstr>
  </property>
</Properties>
</file>